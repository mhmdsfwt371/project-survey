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Ex1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  <p:sldMasterId id="2147483665" r:id="rId5"/>
    <p:sldMasterId id="2147483678" r:id="rId6"/>
    <p:sldMasterId id="2147483688" r:id="rId7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</p:sldIdLst>
  <p:sldSz cx="12192000" cy="6858000"/>
  <p:notesSz cx="6858000" cy="9144000"/>
  <p:embeddedFontLst>
    <p:embeddedFont>
      <p:font typeface="Abar Mid" pitchFamily="50" charset="-78"/>
      <p:regular r:id="rId24"/>
      <p:bold r:id="rId25"/>
    </p:embeddedFont>
    <p:embeddedFont>
      <p:font typeface="IBM Plex Sans Arabic" panose="020B0503050203000203"/>
      <p:regular r:id="rId26"/>
      <p:bold r:id="rId27"/>
    </p:embeddedFont>
  </p:embeddedFontLst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A562"/>
    <a:srgbClr val="004543"/>
    <a:srgbClr val="2B130A"/>
    <a:srgbClr val="87432B"/>
    <a:srgbClr val="174766"/>
    <a:srgbClr val="F6EDE3"/>
    <a:srgbClr val="000000"/>
    <a:srgbClr val="048061"/>
    <a:srgbClr val="70A4C2"/>
    <a:srgbClr val="D6D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54"/>
    <p:restoredTop sz="97727"/>
  </p:normalViewPr>
  <p:slideViewPr>
    <p:cSldViewPr snapToGrid="0" showGuides="1">
      <p:cViewPr varScale="1">
        <p:scale>
          <a:sx n="79" d="100"/>
          <a:sy n="79" d="100"/>
        </p:scale>
        <p:origin x="96" y="16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25" Type="http://schemas.openxmlformats.org/officeDocument/2006/relationships/font" Target="fonts/font2.fntdata"/><Relationship Id="rId2" Type="http://schemas.openxmlformats.org/officeDocument/2006/relationships/customXml" Target="../customXml/item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4" Type="http://schemas.openxmlformats.org/officeDocument/2006/relationships/font" Target="fonts/font1.fntdata"/><Relationship Id="rId5" Type="http://schemas.openxmlformats.org/officeDocument/2006/relationships/slideMaster" Target="slideMasters/slideMaster2.xml"/><Relationship Id="rId28" Type="http://schemas.openxmlformats.org/officeDocument/2006/relationships/presProps" Target="presProps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7" Type="http://schemas.openxmlformats.org/officeDocument/2006/relationships/font" Target="fonts/font4.fntdata"/><Relationship Id="rId30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srgbClr val="000000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r>
              <a:rPr lang="ar-SA" sz="1800" b="0" i="0" kern="1200" spc="0" baseline="0" dirty="0">
                <a:solidFill>
                  <a:srgbClr val="000000"/>
                </a:solidFill>
                <a:effectLst/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rPr>
              <a:t>اضغط لإضافة عنوان</a:t>
            </a:r>
            <a:endParaRPr lang="en-SA" sz="1600" b="0" i="0" dirty="0">
              <a:solidFill>
                <a:srgbClr val="000000"/>
              </a:solidFill>
              <a:effectLst/>
              <a:latin typeface="IBM Plex Sans Arabic" panose="020B0503050203000203" pitchFamily="34" charset="-78"/>
              <a:cs typeface="IBM Plex Sans Arabic" panose="020B0503050203000203" pitchFamily="34" charset="-78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srgbClr val="000000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defRPr>
          </a:pPr>
          <a:endParaRPr lang="en-SA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rgbClr val="D7A56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  <c:pt idx="3">
                  <c:v>3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  <c:pt idx="3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C74-A44E-BF25-6DF46E1E67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69535312"/>
        <c:axId val="1169695392"/>
      </c:scatterChart>
      <c:valAx>
        <c:axId val="116953531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F6EDE3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CF0E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D7A562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endParaRPr lang="en-SA"/>
          </a:p>
        </c:txPr>
        <c:crossAx val="1169695392"/>
        <c:crosses val="autoZero"/>
        <c:crossBetween val="midCat"/>
      </c:valAx>
      <c:valAx>
        <c:axId val="116969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F6EDE3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CF0E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D7A562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endParaRPr lang="en-SA"/>
          </a:p>
        </c:txPr>
        <c:crossAx val="116953531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="0" i="0">
          <a:solidFill>
            <a:srgbClr val="10322B"/>
          </a:solidFill>
          <a:latin typeface="FEDRASANSPRO-DEMI" panose="020B0503040000020004" pitchFamily="34" charset="0"/>
          <a:ea typeface="FEDRASANSPRO-DEMI" panose="020B0503040000020004" pitchFamily="34" charset="0"/>
        </a:defRPr>
      </a:pPr>
      <a:endParaRPr lang="en-SA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</cx:f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>
      <cx:tx>
        <cx:rich>
          <a:bodyPr vertOverflow="overflow" horzOverflow="overflow" wrap="square" lIns="0" tIns="0" rIns="0" bIns="0"/>
          <a:lstStyle/>
          <a:p>
            <a:pPr algn="ctr" rtl="0">
              <a:spcBef>
                <a:spcPts val="0"/>
              </a:spcBef>
              <a:spcAft>
                <a:spcPts val="0"/>
              </a:spcAft>
              <a:defRPr b="0" i="0">
                <a:solidFill>
                  <a:srgbClr val="000000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r>
              <a:rPr lang="ar-SA" sz="1800" b="0" i="0" kern="1200" spc="0" baseline="0" dirty="0">
                <a:solidFill>
                  <a:srgbClr val="000000"/>
                </a:solidFill>
                <a:effectLst/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rPr>
              <a:t>اضغط لإضافة عنوان</a:t>
            </a:r>
            <a:endParaRPr lang="en-SA" sz="1600" b="0" i="0" dirty="0">
              <a:solidFill>
                <a:srgbClr val="000000"/>
              </a:solidFill>
              <a:effectLst/>
              <a:latin typeface="IBM Plex Sans Arabic" panose="020B0503050203000203" pitchFamily="34" charset="-78"/>
              <a:cs typeface="IBM Plex Sans Arabic" panose="020B0503050203000203" pitchFamily="34" charset="-78"/>
            </a:endParaRPr>
          </a:p>
        </cx:rich>
      </cx:tx>
    </cx:title>
    <cx:plotArea>
      <cx:plotAreaRegion>
        <cx:plotSurface>
          <cx:spPr>
            <a:noFill/>
            <a:ln>
              <a:solidFill>
                <a:srgbClr val="ECF0E8"/>
              </a:solidFill>
            </a:ln>
          </cx:spPr>
        </cx:plotSurface>
        <cx:series layoutId="clusteredColumn" uniqueId="{70B4C469-1E69-2445-9CC0-948A4A4BD86C}">
          <cx:tx>
            <cx:txData>
              <cx:f>Sheet1!$A$1</cx:f>
              <cx:v>Series1</cx:v>
            </cx:txData>
          </cx:tx>
          <cx:dataPt idx="0">
            <cx:spPr>
              <a:solidFill>
                <a:srgbClr val="048061"/>
              </a:solidFill>
            </cx:spPr>
          </cx:dataPt>
          <cx:dataPt idx="1">
            <cx:spPr>
              <a:solidFill>
                <a:srgbClr val="70A4C2"/>
              </a:solidFill>
            </cx:spPr>
          </cx:dataPt>
          <cx:dataPt idx="2">
            <cx:spPr>
              <a:solidFill>
                <a:srgbClr val="87432B"/>
              </a:solidFill>
            </cx:spPr>
          </cx:dataPt>
          <cx:dataPt idx="3">
            <cx:spPr>
              <a:solidFill>
                <a:srgbClr val="D7A562"/>
              </a:solidFill>
            </cx:spPr>
          </cx:dataPt>
          <cx:dataPt idx="4">
            <cx:spPr>
              <a:solidFill>
                <a:srgbClr val="2B130A"/>
              </a:solidFill>
            </cx:spPr>
          </cx:dataPt>
          <cx:dataPt idx="5">
            <cx:spPr>
              <a:solidFill>
                <a:srgbClr val="174766"/>
              </a:solidFill>
            </cx:spPr>
          </cx:dataPt>
          <cx:dataId val="0"/>
          <cx:layoutPr>
            <cx:binning intervalClosed="r"/>
          </cx:layoutPr>
        </cx:series>
      </cx:plotAreaRegion>
      <cx:axis id="0">
        <cx:catScaling gapWidth="0"/>
        <cx:tickLabels/>
        <cx:txPr>
          <a:bodyPr vertOverflow="overflow" horzOverflow="overflow" wrap="square" lIns="0" tIns="0" rIns="0" bIns="0"/>
          <a:lstStyle/>
          <a:p>
            <a:pPr algn="ctr" rtl="0">
              <a:defRPr sz="1197" b="0" i="0">
                <a:solidFill>
                  <a:srgbClr val="D7A562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endParaRPr lang="en-SA" b="0" i="0">
              <a:solidFill>
                <a:srgbClr val="D7A562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endParaRPr>
          </a:p>
        </cx:txPr>
      </cx:axis>
      <cx:axis id="1">
        <cx:valScaling/>
        <cx:majorGridlines>
          <cx:spPr>
            <a:ln>
              <a:solidFill>
                <a:srgbClr val="F6EDE3"/>
              </a:solidFill>
            </a:ln>
          </cx:spPr>
        </cx:majorGridlines>
        <cx:tickLabels/>
        <cx:txPr>
          <a:bodyPr vertOverflow="overflow" horzOverflow="overflow" wrap="square" lIns="0" tIns="0" rIns="0" bIns="0"/>
          <a:lstStyle/>
          <a:p>
            <a:pPr algn="ctr" rtl="0">
              <a:defRPr sz="1197" b="0" i="0">
                <a:solidFill>
                  <a:srgbClr val="D7A562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endParaRPr lang="en-SA" b="0" i="0">
              <a:solidFill>
                <a:srgbClr val="D7A562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endParaRPr>
          </a:p>
        </cx:txPr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293600" cy="6935902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90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590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09144" y="5445465"/>
            <a:ext cx="2393950" cy="279195"/>
          </a:xfrm>
          <a:prstGeom prst="rect">
            <a:avLst/>
          </a:prstGeom>
        </p:spPr>
      </p:pic>
      <p:pic>
        <p:nvPicPr>
          <p:cNvPr id="13" name="Picture 12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40D636DC-D8FF-8966-6A63-269E3D2F0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743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336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336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83744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2" name="Picture 1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0BC95DEF-02B9-F333-4298-3E0BFDA65F0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8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336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336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83744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A7020ECE-E65C-8FA2-0E8C-174CDE00DA2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95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4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90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590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09143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F1CF0B23-D259-95F9-B0F4-0886EDC908C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142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374862-6E21-CBCC-6EF7-BEA43E84796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BCDC5C1-C1C5-1A29-76D8-C1B8CE99BD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1228507"/>
            <a:ext cx="5580061" cy="939488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المحتويات</a:t>
            </a:r>
            <a:endParaRPr lang="en-SA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1BC203E-70CE-DF19-F02F-9CE1592A10AB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E15B00A-AA14-F11F-4381-A9022F80D99F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6B83BCD-7EAC-8327-821E-A4FAD39B4C6F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095EBC8-03FB-0B59-F2AF-1D9C6598D6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4597" y="2776272"/>
            <a:ext cx="2794000" cy="2997200"/>
          </a:xfrm>
          <a:prstGeom prst="rect">
            <a:avLst/>
          </a:prstGeom>
        </p:spPr>
        <p:txBody>
          <a:bodyPr/>
          <a:lstStyle>
            <a:lvl1pPr algn="r" rtl="1">
              <a:defRPr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sz="2800" dirty="0"/>
              <a:t>القسم الأول</a:t>
            </a:r>
          </a:p>
          <a:p>
            <a:r>
              <a:rPr lang="ar-SA" sz="2800" dirty="0"/>
              <a:t>القسم الثاني</a:t>
            </a:r>
          </a:p>
          <a:p>
            <a:r>
              <a:rPr lang="ar-SA" sz="2800" dirty="0"/>
              <a:t>القسم الثالث</a:t>
            </a:r>
            <a:endParaRPr lang="en-SA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F0F4BA-7D5C-0050-E541-AC2FCC7406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91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0409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2778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B0FAD-7DB3-C8DA-6816-1458E3BC1C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1923" y="1084396"/>
            <a:ext cx="4515984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2726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AC59F8-9A7B-F79E-8E5A-1385B0CF74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296"/>
            <a:ext cx="2463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94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96DD3B4-5D6D-B3E3-1C73-A91F3D8E5A92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98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0"/>
            <a:ext cx="12192000" cy="5867400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395027" y="6346344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l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575AD7-4978-F314-2AC8-7199D7DBB8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94500"/>
            <a:ext cx="12192000" cy="63500"/>
          </a:xfrm>
          <a:prstGeom prst="rect">
            <a:avLst/>
          </a:prstGeom>
        </p:spPr>
      </p:pic>
      <p:pic>
        <p:nvPicPr>
          <p:cNvPr id="7" name="Picture 6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92E33D31-3C31-35E9-E751-4FD657670B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7499" y="6107837"/>
            <a:ext cx="1247635" cy="38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41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949569"/>
            <a:ext cx="12192000" cy="5908431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96DD3B4-5D6D-B3E3-1C73-A91F3D8E5A92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349060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6078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492E7-3880-A8B4-9358-B5B6F8F0A436}"/>
              </a:ext>
            </a:extLst>
          </p:cNvPr>
          <p:cNvSpPr/>
          <p:nvPr userDrawn="1"/>
        </p:nvSpPr>
        <p:spPr>
          <a:xfrm>
            <a:off x="0" y="0"/>
            <a:ext cx="122936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62561-581E-D3EA-521E-50A7A54B41ED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F6EDE3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208F669-34B3-C2B4-E661-6FAFF7BFA10C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3B2474F-1C79-4ABE-F16C-1318D2541C85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012FA-609E-D686-6B5F-A0A605D9A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9307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492E7-3880-A8B4-9358-B5B6F8F0A436}"/>
              </a:ext>
            </a:extLst>
          </p:cNvPr>
          <p:cNvSpPr/>
          <p:nvPr userDrawn="1"/>
        </p:nvSpPr>
        <p:spPr>
          <a:xfrm>
            <a:off x="0" y="0"/>
            <a:ext cx="12293600" cy="6858000"/>
          </a:xfrm>
          <a:prstGeom prst="rect">
            <a:avLst/>
          </a:prstGeom>
          <a:solidFill>
            <a:srgbClr val="174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62561-581E-D3EA-521E-50A7A54B41ED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F6EDE3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208F669-34B3-C2B4-E661-6FAFF7BFA10C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3B2474F-1C79-4ABE-F16C-1318D2541C85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012FA-609E-D686-6B5F-A0A605D9A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7005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583BF2E-9A86-9A23-8801-A2CD1AE2160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44B7516-8472-2EDD-B547-7E7262611FB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25600" y="300196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شكرًا</a:t>
            </a:r>
            <a:endParaRPr lang="en-SA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A2A2B33-93AC-6F83-C420-AAC142F686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20162" y="5039929"/>
            <a:ext cx="1849438" cy="356042"/>
          </a:xfrm>
          <a:prstGeom prst="rect">
            <a:avLst/>
          </a:prstGeom>
        </p:spPr>
      </p:pic>
      <p:pic>
        <p:nvPicPr>
          <p:cNvPr id="3" name="Picture 2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ABF0E4D6-BB61-4832-8FCE-76BFD7DAC3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7932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69D00C-100E-6BA1-0E00-4F0B8D53895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74800" y="300196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شكرًا</a:t>
            </a:r>
            <a:endParaRPr lang="en-SA" dirty="0"/>
          </a:p>
        </p:txBody>
      </p:sp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E82CE07F-87E8-1FC7-77B6-A9980CB5645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08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5D89EC-3701-0A5E-299D-031EA237FA4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350174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93" r:id="rId2"/>
    <p:sldLayoutId id="2147483694" r:id="rId3"/>
    <p:sldLayoutId id="214748369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4F5ED6-741C-2A48-498A-5AC8773776A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2055054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98" r:id="rId2"/>
    <p:sldLayoutId id="2147483699" r:id="rId3"/>
    <p:sldLayoutId id="2147483669" r:id="rId4"/>
    <p:sldLayoutId id="214748369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EE0968-74E9-A2BD-BE6E-03B338C39BA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2024390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92" r:id="rId2"/>
    <p:sldLayoutId id="2147483691" r:id="rId3"/>
    <p:sldLayoutId id="2147483690" r:id="rId4"/>
    <p:sldLayoutId id="214748369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30BEA9-A3D0-5A43-5F0F-4CA6BFD13AC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1081093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0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75D10-A532-0BC0-C1B7-240E236EF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EFEB72-1C71-7006-1EC2-49F3736A97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ar-SA" dirty="0"/>
              <a:t>التقدم في الأعمال — بطاقة نسك</a:t>
            </a:r>
            <a:endParaRPr lang="en-SA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574059D-D547-33B4-B2BC-C467886532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ar-SA" dirty="0"/>
              <a:t>مركز معلومات الحج والعمرة · {{H}} · {{G}}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3860693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2200C-7673-F403-8418-83336D9C8B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ar-SA" dirty="0"/>
              <a:t>شكرًا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36474294"/>
      </p:ext>
    </p:extLst>
  </p:cSld>
  <p:clrMapOvr>
    <a:masterClrMapping/>
  </p:clrMapOvr>
</p:sld>
</file>

<file path=ppt/theme/theme1.xml><?xml version="1.0" encoding="utf-8"?>
<a:theme xmlns:a="http://schemas.openxmlformats.org/drawingml/2006/main" name="أغلفة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39EB8639-2133-7A44-BD3F-D63114DD468C}"/>
    </a:ext>
  </a:extLst>
</a:theme>
</file>

<file path=ppt/theme/theme2.xml><?xml version="1.0" encoding="utf-8"?>
<a:theme xmlns:a="http://schemas.openxmlformats.org/drawingml/2006/main" name="فواصل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42688456-1767-D540-8A5F-71C65D1CAC1F}"/>
    </a:ext>
  </a:extLst>
</a:theme>
</file>

<file path=ppt/theme/theme3.xml><?xml version="1.0" encoding="utf-8"?>
<a:theme xmlns:a="http://schemas.openxmlformats.org/drawingml/2006/main" name="المحتوى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663A9EEC-E4E0-7E4C-8EC0-E9D868956C56}"/>
    </a:ext>
  </a:extLst>
</a:theme>
</file>

<file path=ppt/theme/theme4.xml><?xml version="1.0" encoding="utf-8"?>
<a:theme xmlns:a="http://schemas.openxmlformats.org/drawingml/2006/main" name="شكرًا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6F838A17-ACEB-9441-95D8-A0F67FA1B440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56a67e3-6f0f-4510-ab84-900a660224b5">
      <Terms xmlns="http://schemas.microsoft.com/office/infopath/2007/PartnerControls"/>
    </lcf76f155ced4ddcb4097134ff3c332f>
    <TaxCatchAll xmlns="b92b6cb4-6cec-4962-87a9-5880889b824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B61A379AB15544ADE42E32A3435C99" ma:contentTypeVersion="22" ma:contentTypeDescription="Create a new document." ma:contentTypeScope="" ma:versionID="bd702740591f9270b0bdb585fc8604cd">
  <xsd:schema xmlns:xsd="http://www.w3.org/2001/XMLSchema" xmlns:xs="http://www.w3.org/2001/XMLSchema" xmlns:p="http://schemas.microsoft.com/office/2006/metadata/properties" xmlns:ns2="a56a67e3-6f0f-4510-ab84-900a660224b5" xmlns:ns3="b92b6cb4-6cec-4962-87a9-5880889b8245" targetNamespace="http://schemas.microsoft.com/office/2006/metadata/properties" ma:root="true" ma:fieldsID="6305395975e3b82dc650e6d0f259f9c2" ns2:_="" ns3:_="">
    <xsd:import namespace="a56a67e3-6f0f-4510-ab84-900a660224b5"/>
    <xsd:import namespace="b92b6cb4-6cec-4962-87a9-5880889b82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6a67e3-6f0f-4510-ab84-900a660224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9f499d7-344e-4826-9a25-c6eb6841f74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2b6cb4-6cec-4962-87a9-5880889b824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3422e7cd-04cf-4f94-a5d1-f1a234b1fdcd}" ma:internalName="TaxCatchAll" ma:showField="CatchAllData" ma:web="b92b6cb4-6cec-4962-87a9-5880889b82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8619CCB-8845-4FE6-97A7-729870EEC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8DB729-65EE-474F-AC15-11C638B23ED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a56a67e3-6f0f-4510-ab84-900a660224b5"/>
    <ds:schemaRef ds:uri="http://schemas.microsoft.com/office/2006/documentManagement/types"/>
    <ds:schemaRef ds:uri="http://schemas.microsoft.com/office/infopath/2007/PartnerControls"/>
    <ds:schemaRef ds:uri="b92b6cb4-6cec-4962-87a9-5880889b824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DC576BCD-062F-44BB-AF79-A18D70D815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6a67e3-6f0f-4510-ab84-900a660224b5"/>
    <ds:schemaRef ds:uri="b92b6cb4-6cec-4962-87a9-5880889b82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119</TotalTime>
  <Words>360</Words>
  <Application>Microsoft Office PowerPoint</Application>
  <PresentationFormat>Widescreen</PresentationFormat>
  <Paragraphs>39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Wingdings</vt:lpstr>
      <vt:lpstr>Calibri</vt:lpstr>
      <vt:lpstr>IBM Plex Sans Arabic</vt:lpstr>
      <vt:lpstr>Arial</vt:lpstr>
      <vt:lpstr>Abar Mid</vt:lpstr>
      <vt:lpstr>أغلفة</vt:lpstr>
      <vt:lpstr>فواصل</vt:lpstr>
      <vt:lpstr>المحتوى</vt:lpstr>
      <vt:lpstr>شكرًا</vt:lpstr>
      <vt:lpstr>عنوان العرض</vt:lpstr>
      <vt:lpstr>عنوان العرض</vt:lpstr>
      <vt:lpstr>عنوان العرض</vt:lpstr>
      <vt:lpstr>عنوان العرض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شكرًا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Alshammari, Rana M</dc:creator>
  <cp:lastModifiedBy>Kholoud Khalid Alomairi</cp:lastModifiedBy>
  <cp:revision>9</cp:revision>
  <dcterms:created xsi:type="dcterms:W3CDTF">2025-07-07T12:32:21Z</dcterms:created>
  <dcterms:modified xsi:type="dcterms:W3CDTF">2026-04-13T08:44:15Z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0x0101006EB61A379AB15544ADE42E32A3435C99</vt:lpwstr>
  </property>
  <property fmtid="{D5CDD505-2E9C-101B-9397-08002B2CF9AE}" pid="3" name="MSIP_Label_3c662555-8342-48a1-91df-60b8ada0890e_Enabled">
    <vt:lpwstr>true</vt:lpwstr>
  </property>
  <property fmtid="{D5CDD505-2E9C-101B-9397-08002B2CF9AE}" pid="4" name="MSIP_Label_3c662555-8342-48a1-91df-60b8ada0890e_SetDate">
    <vt:lpwstr>2025-07-07T13:04:00Z</vt:lpwstr>
  </property>
  <property fmtid="{D5CDD505-2E9C-101B-9397-08002B2CF9AE}" pid="5" name="MSIP_Label_3c662555-8342-48a1-91df-60b8ada0890e_Method">
    <vt:lpwstr>Standard</vt:lpwstr>
  </property>
  <property fmtid="{D5CDD505-2E9C-101B-9397-08002B2CF9AE}" pid="6" name="MSIP_Label_3c662555-8342-48a1-91df-60b8ada0890e_Name">
    <vt:lpwstr>مقيد - Restricted</vt:lpwstr>
  </property>
  <property fmtid="{D5CDD505-2E9C-101B-9397-08002B2CF9AE}" pid="7" name="MSIP_Label_3c662555-8342-48a1-91df-60b8ada0890e_SiteId">
    <vt:lpwstr>cee277c8-9ceb-4b05-95ef-59d45630412c</vt:lpwstr>
  </property>
  <property fmtid="{D5CDD505-2E9C-101B-9397-08002B2CF9AE}" pid="8" name="MSIP_Label_3c662555-8342-48a1-91df-60b8ada0890e_ActionId">
    <vt:lpwstr>51969330-6bdf-4580-968d-4958eed8b03d</vt:lpwstr>
  </property>
  <property fmtid="{D5CDD505-2E9C-101B-9397-08002B2CF9AE}" pid="9" name="MSIP_Label_3c662555-8342-48a1-91df-60b8ada0890e_ContentBits">
    <vt:lpwstr>2</vt:lpwstr>
  </property>
  <property fmtid="{D5CDD505-2E9C-101B-9397-08002B2CF9AE}" pid="10" name="ClassificationContentMarkingFooterLocations">
    <vt:lpwstr>Covers:3\Dividers:3\Content Slide:3\Thank You Slide:3</vt:lpwstr>
  </property>
  <property fmtid="{D5CDD505-2E9C-101B-9397-08002B2CF9AE}" pid="11" name="ClassificationContentMarkingFooterText">
    <vt:lpwstr>Restricted - مقيد</vt:lpwstr>
  </property>
  <property fmtid="{D5CDD505-2E9C-101B-9397-08002B2CF9AE}" pid="12" name="MediaServiceImageTags">
    <vt:lpwstr/>
  </property>
</Properties>
</file>