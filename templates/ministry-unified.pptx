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65" r:id="rId5"/>
    <p:sldMasterId id="2147483678" r:id="rId6"/>
    <p:sldMasterId id="2147483688" r:id="rId7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</p:sldIdLst>
  <p:sldSz cx="12192000" cy="6858000"/>
  <p:notesSz cx="6858000" cy="9144000"/>
  <p:embeddedFontLst>
    <p:embeddedFont>
      <p:font typeface="Abar Mid" pitchFamily="50" charset="-78"/>
      <p:regular r:id="rId24"/>
      <p:bold r:id="rId25"/>
    </p:embeddedFont>
    <p:embeddedFont>
      <p:font typeface="IBM Plex Sans Arabic" panose="020B0503050203000203"/>
      <p:regular r:id="rId26"/>
      <p:bold r:id="rId27"/>
    </p:embeddedFont>
  </p:embeddedFontLst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A562"/>
    <a:srgbClr val="004543"/>
    <a:srgbClr val="2B130A"/>
    <a:srgbClr val="87432B"/>
    <a:srgbClr val="174766"/>
    <a:srgbClr val="F6EDE3"/>
    <a:srgbClr val="000000"/>
    <a:srgbClr val="048061"/>
    <a:srgbClr val="70A4C2"/>
    <a:srgbClr val="D6D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54"/>
    <p:restoredTop sz="97727"/>
  </p:normalViewPr>
  <p:slideViewPr>
    <p:cSldViewPr snapToGrid="0" showGuides="1">
      <p:cViewPr varScale="1">
        <p:scale>
          <a:sx n="79" d="100"/>
          <a:sy n="79" d="100"/>
        </p:scale>
        <p:origin x="96" y="1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24" Type="http://schemas.openxmlformats.org/officeDocument/2006/relationships/font" Target="fonts/font1.fntdata"/><Relationship Id="rId5" Type="http://schemas.openxmlformats.org/officeDocument/2006/relationships/slideMaster" Target="slideMasters/slideMaster2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7" Type="http://schemas.openxmlformats.org/officeDocument/2006/relationships/font" Target="fonts/font4.fntdata"/><Relationship Id="rId30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srgbClr val="000000"/>
                </a:solidFill>
                <a:latin typeface="IBM Plex Sans Arabic" panose="020B0503050203000203" pitchFamily="34" charset="-78"/>
                <a:ea typeface="FEDRASANSPRO-DEMI" panose="020B0503040000020004" pitchFamily="34" charset="0"/>
                <a:cs typeface="IBM Plex Sans Arabic" panose="020B0503050203000203" pitchFamily="34" charset="-78"/>
              </a:defRPr>
            </a:pPr>
            <a:r>
              <a:rPr lang="ar-SA" sz="1800" b="0" i="0" kern="1200" spc="0" baseline="0" dirty="0">
                <a:solidFill>
                  <a:srgbClr val="000000"/>
                </a:solidFill>
                <a:effectLst/>
                <a:latin typeface="IBM Plex Sans Arabic" panose="020B0503050203000203" pitchFamily="34" charset="-78"/>
                <a:ea typeface="FEDRASANSPRO-DEMI" panose="020B0503040000020004" pitchFamily="34" charset="0"/>
                <a:cs typeface="IBM Plex Sans Arabic" panose="020B0503050203000203" pitchFamily="34" charset="-78"/>
              </a:rPr>
              <a:t>اضغط لإضافة عنوان</a:t>
            </a:r>
            <a:endParaRPr lang="en-SA" sz="1600" b="0" i="0" dirty="0">
              <a:solidFill>
                <a:srgbClr val="000000"/>
              </a:solidFill>
              <a:effectLst/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srgbClr val="000000"/>
              </a:solidFill>
              <a:latin typeface="IBM Plex Sans Arabic" panose="020B0503050203000203" pitchFamily="34" charset="-78"/>
              <a:ea typeface="FEDRASANSPRO-DEMI" panose="020B0503040000020004" pitchFamily="34" charset="0"/>
              <a:cs typeface="IBM Plex Sans Arabic" panose="020B0503050203000203" pitchFamily="34" charset="-78"/>
            </a:defRPr>
          </a:pPr>
          <a:endParaRPr lang="en-SA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solidFill>
                <a:srgbClr val="D7A56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  <c:pt idx="3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  <c:pt idx="3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74-A44E-BF25-6DF46E1E67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9535312"/>
        <c:axId val="1169695392"/>
      </c:scatterChart>
      <c:valAx>
        <c:axId val="11695353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F6EDE3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CF0E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D7A562"/>
                </a:solidFill>
                <a:latin typeface="IBM Plex Sans Arabic" panose="020B0503050203000203" pitchFamily="34" charset="-78"/>
                <a:ea typeface="FEDRASANSPRO-DEMI" panose="020B0503040000020004" pitchFamily="34" charset="0"/>
                <a:cs typeface="IBM Plex Sans Arabic" panose="020B0503050203000203" pitchFamily="34" charset="-78"/>
              </a:defRPr>
            </a:pPr>
            <a:endParaRPr lang="en-SA"/>
          </a:p>
        </c:txPr>
        <c:crossAx val="1169695392"/>
        <c:crosses val="autoZero"/>
        <c:crossBetween val="midCat"/>
      </c:valAx>
      <c:valAx>
        <c:axId val="116969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6EDE3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CF0E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D7A562"/>
                </a:solidFill>
                <a:latin typeface="IBM Plex Sans Arabic" panose="020B0503050203000203" pitchFamily="34" charset="-78"/>
                <a:ea typeface="FEDRASANSPRO-DEMI" panose="020B0503040000020004" pitchFamily="34" charset="0"/>
                <a:cs typeface="IBM Plex Sans Arabic" panose="020B0503050203000203" pitchFamily="34" charset="-78"/>
              </a:defRPr>
            </a:pPr>
            <a:endParaRPr lang="en-SA"/>
          </a:p>
        </c:txPr>
        <c:crossAx val="11695353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 i="0">
          <a:solidFill>
            <a:srgbClr val="10322B"/>
          </a:solidFill>
          <a:latin typeface="FEDRASANSPRO-DEMI" panose="020B0503040000020004" pitchFamily="34" charset="0"/>
          <a:ea typeface="FEDRASANSPRO-DEMI" panose="020B0503040000020004" pitchFamily="34" charset="0"/>
        </a:defRPr>
      </a:pPr>
      <a:endParaRPr lang="en-SA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eneral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title pos="t" align="ctr" overlay="0">
      <cx:tx>
        <cx:rich>
          <a:bodyPr vertOverflow="overflow" horzOverflow="overflow" wrap="square" lIns="0" tIns="0" rIns="0" bIns="0"/>
          <a:lstStyle/>
          <a:p>
            <a:pPr algn="ctr" rtl="0">
              <a:spcBef>
                <a:spcPts val="0"/>
              </a:spcBef>
              <a:spcAft>
                <a:spcPts val="0"/>
              </a:spcAft>
              <a:defRPr b="0" i="0">
                <a:solidFill>
                  <a:srgbClr val="000000"/>
                </a:solidFill>
                <a:latin typeface="IBM Plex Sans Arabic" panose="020B0503050203000203" pitchFamily="34" charset="-78"/>
                <a:ea typeface="IBM Plex Sans Arabic" panose="020B0503050203000203" pitchFamily="34" charset="-78"/>
                <a:cs typeface="IBM Plex Sans Arabic" panose="020B0503050203000203" pitchFamily="34" charset="-78"/>
              </a:defRPr>
            </a:pPr>
            <a:r>
              <a:rPr lang="ar-SA" sz="1800" b="0" i="0" kern="1200" spc="0" baseline="0" dirty="0">
                <a:solidFill>
                  <a:srgbClr val="000000"/>
                </a:solidFill>
                <a:effectLst/>
                <a:latin typeface="IBM Plex Sans Arabic" panose="020B0503050203000203" pitchFamily="34" charset="-78"/>
                <a:ea typeface="FEDRASANSPRO-DEMI" panose="020B0503040000020004" pitchFamily="34" charset="0"/>
                <a:cs typeface="IBM Plex Sans Arabic" panose="020B0503050203000203" pitchFamily="34" charset="-78"/>
              </a:rPr>
              <a:t>اضغط لإضافة عنوان</a:t>
            </a:r>
            <a:endParaRPr lang="en-SA" sz="1600" b="0" i="0" dirty="0">
              <a:solidFill>
                <a:srgbClr val="000000"/>
              </a:solidFill>
              <a:effectLst/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cx:rich>
      </cx:tx>
    </cx:title>
    <cx:plotArea>
      <cx:plotAreaRegion>
        <cx:plotSurface>
          <cx:spPr>
            <a:noFill/>
            <a:ln>
              <a:solidFill>
                <a:srgbClr val="ECF0E8"/>
              </a:solidFill>
            </a:ln>
          </cx:spPr>
        </cx:plotSurface>
        <cx:series layoutId="clusteredColumn" uniqueId="{70B4C469-1E69-2445-9CC0-948A4A4BD86C}">
          <cx:tx>
            <cx:txData>
              <cx:f>Sheet1!$A$1</cx:f>
              <cx:v>Series1</cx:v>
            </cx:txData>
          </cx:tx>
          <cx:dataPt idx="0">
            <cx:spPr>
              <a:solidFill>
                <a:srgbClr val="048061"/>
              </a:solidFill>
            </cx:spPr>
          </cx:dataPt>
          <cx:dataPt idx="1">
            <cx:spPr>
              <a:solidFill>
                <a:srgbClr val="70A4C2"/>
              </a:solidFill>
            </cx:spPr>
          </cx:dataPt>
          <cx:dataPt idx="2">
            <cx:spPr>
              <a:solidFill>
                <a:srgbClr val="87432B"/>
              </a:solidFill>
            </cx:spPr>
          </cx:dataPt>
          <cx:dataPt idx="3">
            <cx:spPr>
              <a:solidFill>
                <a:srgbClr val="D7A562"/>
              </a:solidFill>
            </cx:spPr>
          </cx:dataPt>
          <cx:dataPt idx="4">
            <cx:spPr>
              <a:solidFill>
                <a:srgbClr val="2B130A"/>
              </a:solidFill>
            </cx:spPr>
          </cx:dataPt>
          <cx:dataPt idx="5">
            <cx:spPr>
              <a:solidFill>
                <a:srgbClr val="174766"/>
              </a:solidFill>
            </cx:spPr>
          </cx:dataPt>
          <cx:dataId val="0"/>
          <cx:layoutPr>
            <cx:binning intervalClosed="r"/>
          </cx:layoutPr>
        </cx:series>
      </cx:plotAreaRegion>
      <cx:axis id="0">
        <cx:catScaling gapWidth="0"/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rgbClr val="D7A562"/>
                </a:solidFill>
                <a:latin typeface="IBM Plex Sans Arabic" panose="020B0503050203000203" pitchFamily="34" charset="-78"/>
                <a:ea typeface="IBM Plex Sans Arabic" panose="020B0503050203000203" pitchFamily="34" charset="-78"/>
                <a:cs typeface="IBM Plex Sans Arabic" panose="020B0503050203000203" pitchFamily="34" charset="-78"/>
              </a:defRPr>
            </a:pPr>
            <a:endParaRPr lang="en-SA" b="0" i="0">
              <a:solidFill>
                <a:srgbClr val="D7A562"/>
              </a:solidFill>
              <a:latin typeface="IBM Plex Sans Arabic" panose="020B0503050203000203" pitchFamily="34" charset="-78"/>
              <a:ea typeface="FEDRASANSPRO-DEMI" panose="020B0503040000020004" pitchFamily="34" charset="0"/>
              <a:cs typeface="IBM Plex Sans Arabic" panose="020B0503050203000203" pitchFamily="34" charset="-78"/>
            </a:endParaRPr>
          </a:p>
        </cx:txPr>
      </cx:axis>
      <cx:axis id="1">
        <cx:valScaling/>
        <cx:majorGridlines>
          <cx:spPr>
            <a:ln>
              <a:solidFill>
                <a:srgbClr val="F6EDE3"/>
              </a:solidFill>
            </a:ln>
          </cx:spPr>
        </cx:majorGridlines>
        <cx:tickLabels/>
        <cx:txPr>
          <a:bodyPr vertOverflow="overflow" horzOverflow="overflow" wrap="square" lIns="0" tIns="0" rIns="0" bIns="0"/>
          <a:lstStyle/>
          <a:p>
            <a:pPr algn="ctr" rtl="0">
              <a:defRPr sz="1197" b="0" i="0">
                <a:solidFill>
                  <a:srgbClr val="D7A562"/>
                </a:solidFill>
                <a:latin typeface="IBM Plex Sans Arabic" panose="020B0503050203000203" pitchFamily="34" charset="-78"/>
                <a:ea typeface="IBM Plex Sans Arabic" panose="020B0503050203000203" pitchFamily="34" charset="-78"/>
                <a:cs typeface="IBM Plex Sans Arabic" panose="020B0503050203000203" pitchFamily="34" charset="-78"/>
              </a:defRPr>
            </a:pPr>
            <a:endParaRPr lang="en-SA" b="0" i="0">
              <a:solidFill>
                <a:srgbClr val="D7A562"/>
              </a:solidFill>
              <a:latin typeface="IBM Plex Sans Arabic" panose="020B0503050203000203" pitchFamily="34" charset="-78"/>
              <a:ea typeface="FEDRASANSPRO-DEMI" panose="020B0503040000020004" pitchFamily="34" charset="0"/>
              <a:cs typeface="IBM Plex Sans Arabic" panose="020B0503050203000203" pitchFamily="34" charset="-78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1146F-D842-ADA9-866C-1FFBEDE2D6F7}"/>
              </a:ext>
            </a:extLst>
          </p:cNvPr>
          <p:cNvSpPr/>
          <p:nvPr userDrawn="1"/>
        </p:nvSpPr>
        <p:spPr>
          <a:xfrm>
            <a:off x="0" y="0"/>
            <a:ext cx="12293600" cy="6935902"/>
          </a:xfrm>
          <a:prstGeom prst="rect">
            <a:avLst/>
          </a:prstGeom>
          <a:solidFill>
            <a:srgbClr val="F6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 dirty="0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9343AB-A9F0-6030-45BD-400AB659B8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59094" y="2690170"/>
            <a:ext cx="9144000" cy="85408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 rtl="1">
              <a:defRPr sz="6000" b="1" i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</a:lstStyle>
          <a:p>
            <a:r>
              <a:rPr lang="ar-SA" dirty="0"/>
              <a:t>عنوان العرض</a:t>
            </a:r>
            <a:endParaRPr lang="en-SA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D18177-FEB7-B5C6-C109-6BB171598E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59094" y="3740981"/>
            <a:ext cx="9144000" cy="3416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 rtl="1">
              <a:buNone/>
              <a:defRPr sz="2400" b="0" i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عنوان فرعي</a:t>
            </a:r>
            <a:endParaRPr lang="en-SA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4F0FFA4-F55F-FBB0-3F3D-5785D108F98B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06C53-8D74-CF49-1C34-6D6A47227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09144" y="5445465"/>
            <a:ext cx="2393950" cy="279195"/>
          </a:xfrm>
          <a:prstGeom prst="rect">
            <a:avLst/>
          </a:prstGeom>
        </p:spPr>
      </p:pic>
      <p:pic>
        <p:nvPicPr>
          <p:cNvPr id="13" name="Picture 12" descr="A black and gold rectangular frame with a black background&#10;&#10;AI-generated content may be incorrect.">
            <a:extLst>
              <a:ext uri="{FF2B5EF4-FFF2-40B4-BE49-F238E27FC236}">
                <a16:creationId xmlns:a16="http://schemas.microsoft.com/office/drawing/2014/main" id="{40D636DC-D8FF-8966-6A63-269E3D2F07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3613" y="510144"/>
            <a:ext cx="2501521" cy="77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4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1146F-D842-ADA9-866C-1FFBEDE2D6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 dirty="0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9343AB-A9F0-6030-45BD-400AB659B8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33694" y="2690170"/>
            <a:ext cx="9144000" cy="85408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 rtl="1">
              <a:defRPr sz="6000" b="1" i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</a:lstStyle>
          <a:p>
            <a:r>
              <a:rPr lang="ar-SA" dirty="0"/>
              <a:t>عنوان العرض</a:t>
            </a:r>
            <a:endParaRPr lang="en-SA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D18177-FEB7-B5C6-C109-6BB171598E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33694" y="3740981"/>
            <a:ext cx="9144000" cy="3416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 rtl="1">
              <a:buNone/>
              <a:defRPr sz="2400" b="0" i="0">
                <a:solidFill>
                  <a:srgbClr val="F6EDE3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عنوان فرعي</a:t>
            </a:r>
            <a:endParaRPr lang="en-SA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4F0FFA4-F55F-FBB0-3F3D-5785D108F98B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06C53-8D74-CF49-1C34-6D6A47227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3744" y="5445465"/>
            <a:ext cx="2393950" cy="2791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F604A8-FF11-0D82-81C2-20982BAB62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171" y="0"/>
            <a:ext cx="2463684" cy="6858000"/>
          </a:xfrm>
          <a:prstGeom prst="rect">
            <a:avLst/>
          </a:prstGeom>
        </p:spPr>
      </p:pic>
      <p:pic>
        <p:nvPicPr>
          <p:cNvPr id="2" name="Picture 1" descr="A black and gold sign with white text&#10;&#10;AI-generated content may be incorrect.">
            <a:extLst>
              <a:ext uri="{FF2B5EF4-FFF2-40B4-BE49-F238E27FC236}">
                <a16:creationId xmlns:a16="http://schemas.microsoft.com/office/drawing/2014/main" id="{0BC95DEF-02B9-F333-4298-3E0BFDA65F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23613" y="510144"/>
            <a:ext cx="2501521" cy="77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8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1146F-D842-ADA9-866C-1FFBEDE2D6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 dirty="0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9343AB-A9F0-6030-45BD-400AB659B8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33694" y="2690170"/>
            <a:ext cx="9144000" cy="85408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 rtl="1">
              <a:defRPr sz="6000" b="1" i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</a:lstStyle>
          <a:p>
            <a:r>
              <a:rPr lang="ar-SA" dirty="0"/>
              <a:t>عنوان العرض</a:t>
            </a:r>
            <a:endParaRPr lang="en-SA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D18177-FEB7-B5C6-C109-6BB171598E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33694" y="3740981"/>
            <a:ext cx="9144000" cy="3416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 rtl="1">
              <a:buNone/>
              <a:defRPr sz="2400" b="0" i="0">
                <a:solidFill>
                  <a:srgbClr val="F6EDE3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عنوان فرعي</a:t>
            </a:r>
            <a:endParaRPr lang="en-SA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4F0FFA4-F55F-FBB0-3F3D-5785D108F98B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06C53-8D74-CF49-1C34-6D6A47227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3744" y="5445465"/>
            <a:ext cx="2393950" cy="2791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F604A8-FF11-0D82-81C2-20982BAB62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171" y="0"/>
            <a:ext cx="2463684" cy="6858000"/>
          </a:xfrm>
          <a:prstGeom prst="rect">
            <a:avLst/>
          </a:prstGeom>
        </p:spPr>
      </p:pic>
      <p:pic>
        <p:nvPicPr>
          <p:cNvPr id="3" name="Picture 2" descr="A black and gold sign with white text&#10;&#10;AI-generated content may be incorrect.">
            <a:extLst>
              <a:ext uri="{FF2B5EF4-FFF2-40B4-BE49-F238E27FC236}">
                <a16:creationId xmlns:a16="http://schemas.microsoft.com/office/drawing/2014/main" id="{A7020ECE-E65C-8FA2-0E8C-174CDE00DA2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23613" y="510144"/>
            <a:ext cx="2501521" cy="77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9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1146F-D842-ADA9-866C-1FFBEDE2D6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4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 dirty="0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9343AB-A9F0-6030-45BD-400AB659B8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59094" y="2690170"/>
            <a:ext cx="9144000" cy="85408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 rtl="1">
              <a:defRPr sz="6000" b="1" i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</a:lstStyle>
          <a:p>
            <a:r>
              <a:rPr lang="ar-SA" dirty="0"/>
              <a:t>عنوان العرض</a:t>
            </a:r>
            <a:endParaRPr lang="en-SA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D18177-FEB7-B5C6-C109-6BB171598E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59094" y="3740981"/>
            <a:ext cx="9144000" cy="3416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 rtl="1">
              <a:buNone/>
              <a:defRPr sz="2400" b="0" i="0">
                <a:solidFill>
                  <a:srgbClr val="F6EDE3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عنوان فرعي</a:t>
            </a:r>
            <a:endParaRPr lang="en-SA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4F0FFA4-F55F-FBB0-3F3D-5785D108F98B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06C53-8D74-CF49-1C34-6D6A47227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09143" y="5445465"/>
            <a:ext cx="2393950" cy="2791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F604A8-FF11-0D82-81C2-20982BAB62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171" y="0"/>
            <a:ext cx="2463684" cy="6858000"/>
          </a:xfrm>
          <a:prstGeom prst="rect">
            <a:avLst/>
          </a:prstGeom>
        </p:spPr>
      </p:pic>
      <p:pic>
        <p:nvPicPr>
          <p:cNvPr id="3" name="Picture 2" descr="A black and gold sign with white text&#10;&#10;AI-generated content may be incorrect.">
            <a:extLst>
              <a:ext uri="{FF2B5EF4-FFF2-40B4-BE49-F238E27FC236}">
                <a16:creationId xmlns:a16="http://schemas.microsoft.com/office/drawing/2014/main" id="{F1CF0B23-D259-95F9-B0F4-0886EDC908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23613" y="510144"/>
            <a:ext cx="2501521" cy="77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4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374862-6E21-CBCC-6EF7-BEA43E8479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BCDC5C1-C1C5-1A29-76D8-C1B8CE99BD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1228507"/>
            <a:ext cx="5580061" cy="93948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r">
              <a:buNone/>
              <a:defRPr sz="6600" b="1" i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dirty="0"/>
              <a:t>المحتويات</a:t>
            </a:r>
            <a:endParaRPr lang="en-SA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1BC203E-70CE-DF19-F02F-9CE1592A10AB}"/>
              </a:ext>
            </a:extLst>
          </p:cNvPr>
          <p:cNvSpPr txBox="1">
            <a:spLocks/>
          </p:cNvSpPr>
          <p:nvPr userDrawn="1"/>
        </p:nvSpPr>
        <p:spPr>
          <a:xfrm>
            <a:off x="10755629" y="6381750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b="0" i="0" smtClean="0">
                <a:solidFill>
                  <a:srgbClr val="ECF0E8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b="0" i="0" dirty="0">
              <a:solidFill>
                <a:srgbClr val="ECF0E8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15B00A-AA14-F11F-4381-A9022F80D99F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6B83BCD-7EAC-8327-821E-A4FAD39B4C6F}"/>
              </a:ext>
            </a:extLst>
          </p:cNvPr>
          <p:cNvSpPr txBox="1">
            <a:spLocks/>
          </p:cNvSpPr>
          <p:nvPr userDrawn="1"/>
        </p:nvSpPr>
        <p:spPr>
          <a:xfrm>
            <a:off x="515938" y="287472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095EBC8-03FB-0B59-F2AF-1D9C6598D6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44597" y="2776272"/>
            <a:ext cx="2794000" cy="2997200"/>
          </a:xfrm>
          <a:prstGeom prst="rect">
            <a:avLst/>
          </a:prstGeom>
        </p:spPr>
        <p:txBody>
          <a:bodyPr/>
          <a:lstStyle>
            <a:lvl1pPr algn="r" rtl="1">
              <a:defRPr>
                <a:solidFill>
                  <a:srgbClr val="F6EDE3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</a:lstStyle>
          <a:p>
            <a:r>
              <a:rPr lang="ar-SA" sz="2800" dirty="0"/>
              <a:t>القسم الأول</a:t>
            </a:r>
          </a:p>
          <a:p>
            <a:r>
              <a:rPr lang="ar-SA" sz="2800" dirty="0"/>
              <a:t>القسم الثاني</a:t>
            </a:r>
          </a:p>
          <a:p>
            <a:r>
              <a:rPr lang="ar-SA" sz="2800" dirty="0"/>
              <a:t>القسم الثالث</a:t>
            </a:r>
            <a:endParaRPr lang="en-S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F0F4BA-7D5C-0050-E541-AC2FCC7406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1925" y="6399333"/>
            <a:ext cx="821418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1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8B26C4-AD5A-714E-924A-90387B0EA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A5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80242-71D9-A773-98E9-9FA141C8E7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459296"/>
            <a:ext cx="5580061" cy="1981825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r">
              <a:buNone/>
              <a:defRPr sz="6600" b="1" i="0">
                <a:solidFill>
                  <a:srgbClr val="ECF0E8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.01</a:t>
            </a:r>
          </a:p>
          <a:p>
            <a:r>
              <a:rPr lang="ar-SA" dirty="0"/>
              <a:t>عنوان الفصل</a:t>
            </a:r>
            <a:endParaRPr lang="en-SA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D77B01-3C2F-9041-FFD5-836D4113D054}"/>
              </a:ext>
            </a:extLst>
          </p:cNvPr>
          <p:cNvSpPr txBox="1">
            <a:spLocks/>
          </p:cNvSpPr>
          <p:nvPr userDrawn="1"/>
        </p:nvSpPr>
        <p:spPr>
          <a:xfrm>
            <a:off x="10755629" y="6381750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b="0" i="0" smtClean="0">
                <a:solidFill>
                  <a:srgbClr val="ECF0E8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b="0" i="0" dirty="0">
              <a:solidFill>
                <a:srgbClr val="ECF0E8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4A41815-0856-7A48-5965-2324B3C578CB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BB1469-2594-61E5-E5D5-B142459B8A7B}"/>
              </a:ext>
            </a:extLst>
          </p:cNvPr>
          <p:cNvSpPr txBox="1">
            <a:spLocks/>
          </p:cNvSpPr>
          <p:nvPr userDrawn="1"/>
        </p:nvSpPr>
        <p:spPr>
          <a:xfrm>
            <a:off x="515938" y="287472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610409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8B26C4-AD5A-714E-924A-90387B0EA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80242-71D9-A773-98E9-9FA141C8E7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459296"/>
            <a:ext cx="5580061" cy="1981825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r">
              <a:buNone/>
              <a:defRPr sz="6600" b="1" i="0">
                <a:solidFill>
                  <a:srgbClr val="ECF0E8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.01</a:t>
            </a:r>
          </a:p>
          <a:p>
            <a:r>
              <a:rPr lang="ar-SA" dirty="0"/>
              <a:t>عنوان الفصل</a:t>
            </a:r>
            <a:endParaRPr lang="en-SA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D77B01-3C2F-9041-FFD5-836D4113D054}"/>
              </a:ext>
            </a:extLst>
          </p:cNvPr>
          <p:cNvSpPr txBox="1">
            <a:spLocks/>
          </p:cNvSpPr>
          <p:nvPr userDrawn="1"/>
        </p:nvSpPr>
        <p:spPr>
          <a:xfrm>
            <a:off x="10755629" y="6381750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b="0" i="0" smtClean="0">
                <a:solidFill>
                  <a:srgbClr val="ECF0E8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b="0" i="0" dirty="0">
              <a:solidFill>
                <a:srgbClr val="ECF0E8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4A41815-0856-7A48-5965-2324B3C578CB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BB1469-2594-61E5-E5D5-B142459B8A7B}"/>
              </a:ext>
            </a:extLst>
          </p:cNvPr>
          <p:cNvSpPr txBox="1">
            <a:spLocks/>
          </p:cNvSpPr>
          <p:nvPr userDrawn="1"/>
        </p:nvSpPr>
        <p:spPr>
          <a:xfrm>
            <a:off x="515938" y="287472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27789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8B26C4-AD5A-714E-924A-90387B0EA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A5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80242-71D9-A773-98E9-9FA141C8E7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459296"/>
            <a:ext cx="5580061" cy="1981825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r">
              <a:buNone/>
              <a:defRPr sz="6600" b="1" i="0">
                <a:solidFill>
                  <a:srgbClr val="ECF0E8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.01</a:t>
            </a:r>
          </a:p>
          <a:p>
            <a:r>
              <a:rPr lang="ar-SA" dirty="0"/>
              <a:t>عنوان الفصل</a:t>
            </a:r>
            <a:endParaRPr lang="en-SA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D77B01-3C2F-9041-FFD5-836D4113D054}"/>
              </a:ext>
            </a:extLst>
          </p:cNvPr>
          <p:cNvSpPr txBox="1">
            <a:spLocks/>
          </p:cNvSpPr>
          <p:nvPr userDrawn="1"/>
        </p:nvSpPr>
        <p:spPr>
          <a:xfrm>
            <a:off x="10755629" y="6381750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b="0" i="0" smtClean="0">
                <a:solidFill>
                  <a:srgbClr val="ECF0E8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b="0" i="0" dirty="0">
              <a:solidFill>
                <a:srgbClr val="ECF0E8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4A41815-0856-7A48-5965-2324B3C578CB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BB1469-2594-61E5-E5D5-B142459B8A7B}"/>
              </a:ext>
            </a:extLst>
          </p:cNvPr>
          <p:cNvSpPr txBox="1">
            <a:spLocks/>
          </p:cNvSpPr>
          <p:nvPr userDrawn="1"/>
        </p:nvSpPr>
        <p:spPr>
          <a:xfrm>
            <a:off x="515938" y="287472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B0FAD-7DB3-C8DA-6816-1458E3BC1C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1923" y="1084396"/>
            <a:ext cx="4515984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72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8B26C4-AD5A-714E-924A-90387B0EA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A5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80242-71D9-A773-98E9-9FA141C8E7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459296"/>
            <a:ext cx="5580061" cy="1981825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r">
              <a:buNone/>
              <a:defRPr sz="6600" b="1" i="0">
                <a:solidFill>
                  <a:srgbClr val="ECF0E8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.01</a:t>
            </a:r>
          </a:p>
          <a:p>
            <a:r>
              <a:rPr lang="ar-SA" dirty="0"/>
              <a:t>عنوان الفصل</a:t>
            </a:r>
            <a:endParaRPr lang="en-SA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D77B01-3C2F-9041-FFD5-836D4113D054}"/>
              </a:ext>
            </a:extLst>
          </p:cNvPr>
          <p:cNvSpPr txBox="1">
            <a:spLocks/>
          </p:cNvSpPr>
          <p:nvPr userDrawn="1"/>
        </p:nvSpPr>
        <p:spPr>
          <a:xfrm>
            <a:off x="10755629" y="6381750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b="0" i="0" smtClean="0">
                <a:solidFill>
                  <a:srgbClr val="ECF0E8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b="0" i="0" dirty="0">
              <a:solidFill>
                <a:srgbClr val="ECF0E8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4A41815-0856-7A48-5965-2324B3C578CB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BB1469-2594-61E5-E5D5-B142459B8A7B}"/>
              </a:ext>
            </a:extLst>
          </p:cNvPr>
          <p:cNvSpPr txBox="1">
            <a:spLocks/>
          </p:cNvSpPr>
          <p:nvPr userDrawn="1"/>
        </p:nvSpPr>
        <p:spPr>
          <a:xfrm>
            <a:off x="515938" y="287472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AC59F8-9A7B-F79E-8E5A-1385B0CF7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296"/>
            <a:ext cx="2463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94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CFD15E-7873-FACB-BF9A-1F47FD0D9D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5D69D43-26B4-8478-2AF8-AF025BE31D67}"/>
              </a:ext>
            </a:extLst>
          </p:cNvPr>
          <p:cNvSpPr txBox="1">
            <a:spLocks/>
          </p:cNvSpPr>
          <p:nvPr userDrawn="1"/>
        </p:nvSpPr>
        <p:spPr>
          <a:xfrm>
            <a:off x="10755629" y="6381750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96DD3B4-5D6D-B3E3-1C73-A91F3D8E5A92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4910D-2B62-C875-7DEA-78821B47D1FC}"/>
              </a:ext>
            </a:extLst>
          </p:cNvPr>
          <p:cNvSpPr txBox="1">
            <a:spLocks/>
          </p:cNvSpPr>
          <p:nvPr userDrawn="1"/>
        </p:nvSpPr>
        <p:spPr>
          <a:xfrm>
            <a:off x="515938" y="287472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1FE90E-8AF1-0DB5-29F0-1D1F96637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1925" y="6399333"/>
            <a:ext cx="821418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298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CFD15E-7873-FACB-BF9A-1F47FD0D9DB2}"/>
              </a:ext>
            </a:extLst>
          </p:cNvPr>
          <p:cNvSpPr/>
          <p:nvPr userDrawn="1"/>
        </p:nvSpPr>
        <p:spPr>
          <a:xfrm>
            <a:off x="0" y="0"/>
            <a:ext cx="12192000" cy="5867400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5D69D43-26B4-8478-2AF8-AF025BE31D67}"/>
              </a:ext>
            </a:extLst>
          </p:cNvPr>
          <p:cNvSpPr txBox="1">
            <a:spLocks/>
          </p:cNvSpPr>
          <p:nvPr userDrawn="1"/>
        </p:nvSpPr>
        <p:spPr>
          <a:xfrm>
            <a:off x="395027" y="6346344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D0CA8B97-79F7-4841-B144-26FBE5AC4C5B}" type="slidenum">
              <a:rPr lang="en-US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l"/>
              <a:t>‹#›</a:t>
            </a:fld>
            <a:endParaRPr lang="en-SA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4910D-2B62-C875-7DEA-78821B47D1FC}"/>
              </a:ext>
            </a:extLst>
          </p:cNvPr>
          <p:cNvSpPr txBox="1">
            <a:spLocks/>
          </p:cNvSpPr>
          <p:nvPr userDrawn="1"/>
        </p:nvSpPr>
        <p:spPr>
          <a:xfrm>
            <a:off x="515938" y="287472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575AD7-4978-F314-2AC8-7199D7DBB8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94500"/>
            <a:ext cx="12192000" cy="63500"/>
          </a:xfrm>
          <a:prstGeom prst="rect">
            <a:avLst/>
          </a:prstGeom>
        </p:spPr>
      </p:pic>
      <p:pic>
        <p:nvPicPr>
          <p:cNvPr id="7" name="Picture 6" descr="A black and gold rectangular frame with a black background&#10;&#10;AI-generated content may be incorrect.">
            <a:extLst>
              <a:ext uri="{FF2B5EF4-FFF2-40B4-BE49-F238E27FC236}">
                <a16:creationId xmlns:a16="http://schemas.microsoft.com/office/drawing/2014/main" id="{92E33D31-3C31-35E9-E751-4FD657670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7499" y="6107837"/>
            <a:ext cx="1247635" cy="38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41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CFD15E-7873-FACB-BF9A-1F47FD0D9DB2}"/>
              </a:ext>
            </a:extLst>
          </p:cNvPr>
          <p:cNvSpPr/>
          <p:nvPr userDrawn="1"/>
        </p:nvSpPr>
        <p:spPr>
          <a:xfrm>
            <a:off x="0" y="949569"/>
            <a:ext cx="12192000" cy="5908431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5D69D43-26B4-8478-2AF8-AF025BE31D67}"/>
              </a:ext>
            </a:extLst>
          </p:cNvPr>
          <p:cNvSpPr txBox="1">
            <a:spLocks/>
          </p:cNvSpPr>
          <p:nvPr userDrawn="1"/>
        </p:nvSpPr>
        <p:spPr>
          <a:xfrm>
            <a:off x="10755629" y="6381750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96DD3B4-5D6D-B3E3-1C73-A91F3D8E5A92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4910D-2B62-C875-7DEA-78821B47D1FC}"/>
              </a:ext>
            </a:extLst>
          </p:cNvPr>
          <p:cNvSpPr txBox="1">
            <a:spLocks/>
          </p:cNvSpPr>
          <p:nvPr userDrawn="1"/>
        </p:nvSpPr>
        <p:spPr>
          <a:xfrm>
            <a:off x="515938" y="349060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1FE90E-8AF1-0DB5-29F0-1D1F96637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1925" y="6399333"/>
            <a:ext cx="821418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07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492E7-3880-A8B4-9358-B5B6F8F0A436}"/>
              </a:ext>
            </a:extLst>
          </p:cNvPr>
          <p:cNvSpPr/>
          <p:nvPr userDrawn="1"/>
        </p:nvSpPr>
        <p:spPr>
          <a:xfrm>
            <a:off x="0" y="0"/>
            <a:ext cx="12293600" cy="6858000"/>
          </a:xfrm>
          <a:prstGeom prst="rect">
            <a:avLst/>
          </a:prstGeom>
          <a:solidFill>
            <a:srgbClr val="004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62561-581E-D3EA-521E-50A7A54B41ED}"/>
              </a:ext>
            </a:extLst>
          </p:cNvPr>
          <p:cNvSpPr txBox="1">
            <a:spLocks/>
          </p:cNvSpPr>
          <p:nvPr userDrawn="1"/>
        </p:nvSpPr>
        <p:spPr>
          <a:xfrm>
            <a:off x="10755629" y="6381750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b="0" i="0" smtClean="0">
                <a:solidFill>
                  <a:srgbClr val="F6EDE3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b="0" i="0" dirty="0">
              <a:solidFill>
                <a:srgbClr val="F6EDE3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208F669-34B3-C2B4-E661-6FAFF7BFA10C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B2474F-1C79-4ABE-F16C-1318D2541C85}"/>
              </a:ext>
            </a:extLst>
          </p:cNvPr>
          <p:cNvSpPr txBox="1">
            <a:spLocks/>
          </p:cNvSpPr>
          <p:nvPr userDrawn="1"/>
        </p:nvSpPr>
        <p:spPr>
          <a:xfrm>
            <a:off x="515938" y="287472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8012FA-609E-D686-6B5F-A0A605D9A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1925" y="6399333"/>
            <a:ext cx="821418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30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492E7-3880-A8B4-9358-B5B6F8F0A436}"/>
              </a:ext>
            </a:extLst>
          </p:cNvPr>
          <p:cNvSpPr/>
          <p:nvPr userDrawn="1"/>
        </p:nvSpPr>
        <p:spPr>
          <a:xfrm>
            <a:off x="0" y="0"/>
            <a:ext cx="12293600" cy="6858000"/>
          </a:xfrm>
          <a:prstGeom prst="rect">
            <a:avLst/>
          </a:prstGeom>
          <a:solidFill>
            <a:srgbClr val="174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62561-581E-D3EA-521E-50A7A54B41ED}"/>
              </a:ext>
            </a:extLst>
          </p:cNvPr>
          <p:cNvSpPr txBox="1">
            <a:spLocks/>
          </p:cNvSpPr>
          <p:nvPr userDrawn="1"/>
        </p:nvSpPr>
        <p:spPr>
          <a:xfrm>
            <a:off x="10755629" y="6381750"/>
            <a:ext cx="920431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b="0" i="0" smtClean="0">
                <a:solidFill>
                  <a:srgbClr val="F6EDE3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b="0" i="0" dirty="0">
              <a:solidFill>
                <a:srgbClr val="F6EDE3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208F669-34B3-C2B4-E661-6FAFF7BFA10C}"/>
              </a:ext>
            </a:extLst>
          </p:cNvPr>
          <p:cNvSpPr txBox="1">
            <a:spLocks/>
          </p:cNvSpPr>
          <p:nvPr userDrawn="1"/>
        </p:nvSpPr>
        <p:spPr>
          <a:xfrm>
            <a:off x="515938" y="6381750"/>
            <a:ext cx="2743200" cy="14242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Monday, April 13, 2026</a:t>
            </a:fld>
            <a:endParaRPr lang="en-SA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B2474F-1C79-4ABE-F16C-1318D2541C85}"/>
              </a:ext>
            </a:extLst>
          </p:cNvPr>
          <p:cNvSpPr txBox="1">
            <a:spLocks/>
          </p:cNvSpPr>
          <p:nvPr userDrawn="1"/>
        </p:nvSpPr>
        <p:spPr>
          <a:xfrm>
            <a:off x="515938" y="287472"/>
            <a:ext cx="2323977" cy="188778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/>
                </a:solidFill>
                <a:latin typeface="Readex Pro Deca" pitchFamily="2" charset="-78"/>
                <a:ea typeface="+mj-ea"/>
                <a:cs typeface="Readex Pro Deca" pitchFamily="2" charset="-78"/>
              </a:defRPr>
            </a:lvl1pPr>
          </a:lstStyle>
          <a:p>
            <a:pPr algn="l" rtl="0"/>
            <a:r>
              <a:rPr lang="en-US" sz="800" b="0" i="0" dirty="0" err="1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haj.gov.sa</a:t>
            </a:r>
            <a:endParaRPr lang="en-SA" sz="800" b="0" i="0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8012FA-609E-D686-6B5F-A0A605D9A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1925" y="6399333"/>
            <a:ext cx="821418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00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83BF2E-9A86-9A23-8801-A2CD1AE216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 dirty="0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44B7516-8472-2EDD-B547-7E7262611F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5600" y="3001960"/>
            <a:ext cx="9144000" cy="85408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 rtl="1">
              <a:defRPr sz="6000" b="1" i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</a:lstStyle>
          <a:p>
            <a:r>
              <a:rPr lang="ar-SA" dirty="0"/>
              <a:t>شكرًا</a:t>
            </a:r>
            <a:endParaRPr lang="en-S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2A2B33-93AC-6F83-C420-AAC142F686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20162" y="5039929"/>
            <a:ext cx="1849438" cy="356042"/>
          </a:xfrm>
          <a:prstGeom prst="rect">
            <a:avLst/>
          </a:prstGeom>
        </p:spPr>
      </p:pic>
      <p:pic>
        <p:nvPicPr>
          <p:cNvPr id="3" name="Picture 2" descr="A black and gold rectangular frame with a black background&#10;&#10;AI-generated content may be incorrect.">
            <a:extLst>
              <a:ext uri="{FF2B5EF4-FFF2-40B4-BE49-F238E27FC236}">
                <a16:creationId xmlns:a16="http://schemas.microsoft.com/office/drawing/2014/main" id="{ABF0E4D6-BB61-4832-8FCE-76BFD7DAC3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3613" y="510144"/>
            <a:ext cx="2501521" cy="77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93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1146F-D842-ADA9-866C-1FFBEDE2D6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 dirty="0">
              <a:ln>
                <a:noFill/>
              </a:ln>
              <a:solidFill>
                <a:srgbClr val="FDFDF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F604A8-FF11-0D82-81C2-20982BAB62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171" y="0"/>
            <a:ext cx="24636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69D00C-100E-6BA1-0E00-4F0B8D5389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74800" y="3001960"/>
            <a:ext cx="9144000" cy="85408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 rtl="1">
              <a:defRPr sz="6000" b="1" i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</a:lstStyle>
          <a:p>
            <a:r>
              <a:rPr lang="ar-SA" dirty="0"/>
              <a:t>شكرًا</a:t>
            </a:r>
            <a:endParaRPr lang="en-SA" dirty="0"/>
          </a:p>
        </p:txBody>
      </p:sp>
      <p:pic>
        <p:nvPicPr>
          <p:cNvPr id="3" name="Picture 2" descr="A black and gold sign with white text&#10;&#10;AI-generated content may be incorrect.">
            <a:extLst>
              <a:ext uri="{FF2B5EF4-FFF2-40B4-BE49-F238E27FC236}">
                <a16:creationId xmlns:a16="http://schemas.microsoft.com/office/drawing/2014/main" id="{E82CE07F-87E8-1FC7-77B6-A9980CB564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3613" y="510144"/>
            <a:ext cx="2501521" cy="77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08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5D89EC-3701-0A5E-299D-031EA237FA4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85600" y="6642100"/>
            <a:ext cx="849376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A" sz="10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 - مقيد</a:t>
            </a:r>
          </a:p>
        </p:txBody>
      </p:sp>
    </p:spTree>
    <p:extLst>
      <p:ext uri="{BB962C8B-B14F-4D97-AF65-F5344CB8AC3E}">
        <p14:creationId xmlns:p14="http://schemas.microsoft.com/office/powerpoint/2010/main" val="350174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93" r:id="rId2"/>
    <p:sldLayoutId id="2147483694" r:id="rId3"/>
    <p:sldLayoutId id="214748369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pos="325" userDrawn="1">
          <p15:clr>
            <a:srgbClr val="F26B43"/>
          </p15:clr>
        </p15:guide>
        <p15:guide id="5" orient="horz" pos="300" userDrawn="1">
          <p15:clr>
            <a:srgbClr val="F26B43"/>
          </p15:clr>
        </p15:guide>
        <p15:guide id="6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4F5ED6-741C-2A48-498A-5AC8773776A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85600" y="6642100"/>
            <a:ext cx="849376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A" sz="10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 - مقيد</a:t>
            </a:r>
          </a:p>
        </p:txBody>
      </p:sp>
    </p:spTree>
    <p:extLst>
      <p:ext uri="{BB962C8B-B14F-4D97-AF65-F5344CB8AC3E}">
        <p14:creationId xmlns:p14="http://schemas.microsoft.com/office/powerpoint/2010/main" val="205505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98" r:id="rId2"/>
    <p:sldLayoutId id="2147483699" r:id="rId3"/>
    <p:sldLayoutId id="2147483669" r:id="rId4"/>
    <p:sldLayoutId id="214748369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pos="325" userDrawn="1">
          <p15:clr>
            <a:srgbClr val="F26B43"/>
          </p15:clr>
        </p15:guide>
        <p15:guide id="5" orient="horz" pos="300" userDrawn="1">
          <p15:clr>
            <a:srgbClr val="F26B43"/>
          </p15:clr>
        </p15:guide>
        <p15:guide id="6" orient="horz" pos="40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E0968-74E9-A2BD-BE6E-03B338C39BA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85600" y="6642100"/>
            <a:ext cx="849376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A" sz="10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 - مقيد</a:t>
            </a:r>
          </a:p>
        </p:txBody>
      </p:sp>
    </p:spTree>
    <p:extLst>
      <p:ext uri="{BB962C8B-B14F-4D97-AF65-F5344CB8AC3E}">
        <p14:creationId xmlns:p14="http://schemas.microsoft.com/office/powerpoint/2010/main" val="202439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2" r:id="rId2"/>
    <p:sldLayoutId id="2147483691" r:id="rId3"/>
    <p:sldLayoutId id="2147483690" r:id="rId4"/>
    <p:sldLayoutId id="214748369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pos="325" userDrawn="1">
          <p15:clr>
            <a:srgbClr val="F26B43"/>
          </p15:clr>
        </p15:guide>
        <p15:guide id="5" orient="horz" pos="300" userDrawn="1">
          <p15:clr>
            <a:srgbClr val="F26B43"/>
          </p15:clr>
        </p15:guide>
        <p15:guide id="6" orient="horz" pos="402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30BEA9-A3D0-5A43-5F0F-4CA6BFD13AC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85600" y="6642100"/>
            <a:ext cx="849376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A" sz="10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 - مقيد</a:t>
            </a:r>
          </a:p>
        </p:txBody>
      </p:sp>
    </p:spTree>
    <p:extLst>
      <p:ext uri="{BB962C8B-B14F-4D97-AF65-F5344CB8AC3E}">
        <p14:creationId xmlns:p14="http://schemas.microsoft.com/office/powerpoint/2010/main" val="1081093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0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pos="325" userDrawn="1">
          <p15:clr>
            <a:srgbClr val="F26B43"/>
          </p15:clr>
        </p15:guide>
        <p15:guide id="5" orient="horz" pos="300" userDrawn="1">
          <p15:clr>
            <a:srgbClr val="F26B43"/>
          </p15:clr>
        </p15:guide>
        <p15:guide id="6" orient="horz" pos="4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75D10-A532-0BC0-C1B7-240E236EF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EFEB72-1C71-7006-1EC2-49F3736A9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dirty="0"/>
              <a:t>التقدم في الأعمال — بطاقة نسك</a:t>
            </a:r>
            <a:endParaRPr lang="en-SA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574059D-D547-33B4-B2BC-C46788653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r-SA" dirty="0"/>
              <a:t>مركز معلومات الحج والعمرة · {{H}} · {{G}}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3860693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4A5-6B77-503A-18CA-5063EAA0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F32FE-2657-2608-B2F5-F6FC9774E2A7}"/>
              </a:ext>
            </a:extLst>
          </p:cNvPr>
          <p:cNvSpPr txBox="1"/>
          <p:nvPr/>
        </p:nvSpPr>
        <p:spPr>
          <a:xfrm>
            <a:off x="731520" y="232324"/>
            <a:ext cx="109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sz="3200" b="1" dirty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{{T}}</a:t>
            </a:r>
            <a:endParaRPr lang="en-SA" sz="3200" b="1" dirty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3223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200C-7673-F403-8418-83336D9C8B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dirty="0"/>
              <a:t>شكرًا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536474294"/>
      </p:ext>
    </p:extLst>
  </p:cSld>
  <p:clrMapOvr>
    <a:masterClrMapping/>
  </p:clrMapOvr>
</p:sld>
</file>

<file path=ppt/theme/theme1.xml><?xml version="1.0" encoding="utf-8"?>
<a:theme xmlns:a="http://schemas.openxmlformats.org/drawingml/2006/main" name="أغلفة">
  <a:themeElements>
    <a:clrScheme name="Custom 2">
      <a:dk1>
        <a:srgbClr val="163E35"/>
      </a:dk1>
      <a:lt1>
        <a:srgbClr val="FFFFFF"/>
      </a:lt1>
      <a:dk2>
        <a:srgbClr val="008263"/>
      </a:dk2>
      <a:lt2>
        <a:srgbClr val="ACC9B8"/>
      </a:lt2>
      <a:accent1>
        <a:srgbClr val="BC8C3D"/>
      </a:accent1>
      <a:accent2>
        <a:srgbClr val="1C3674"/>
      </a:accent2>
      <a:accent3>
        <a:srgbClr val="F0E87B"/>
      </a:accent3>
      <a:accent4>
        <a:srgbClr val="91857F"/>
      </a:accent4>
      <a:accent5>
        <a:srgbClr val="F87C56"/>
      </a:accent5>
      <a:accent6>
        <a:srgbClr val="307FE2"/>
      </a:accent6>
      <a:hlink>
        <a:srgbClr val="C3D7EE"/>
      </a:hlink>
      <a:folHlink>
        <a:srgbClr val="02FF9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AC9A0595-21B3-0E48-B13E-FD4F460A243F}" vid="{39EB8639-2133-7A44-BD3F-D63114DD468C}"/>
    </a:ext>
  </a:extLst>
</a:theme>
</file>

<file path=ppt/theme/theme2.xml><?xml version="1.0" encoding="utf-8"?>
<a:theme xmlns:a="http://schemas.openxmlformats.org/drawingml/2006/main" name="فواصل">
  <a:themeElements>
    <a:clrScheme name="Custom 2">
      <a:dk1>
        <a:srgbClr val="163E35"/>
      </a:dk1>
      <a:lt1>
        <a:srgbClr val="FFFFFF"/>
      </a:lt1>
      <a:dk2>
        <a:srgbClr val="008263"/>
      </a:dk2>
      <a:lt2>
        <a:srgbClr val="ACC9B8"/>
      </a:lt2>
      <a:accent1>
        <a:srgbClr val="BC8C3D"/>
      </a:accent1>
      <a:accent2>
        <a:srgbClr val="1C3674"/>
      </a:accent2>
      <a:accent3>
        <a:srgbClr val="F0E87B"/>
      </a:accent3>
      <a:accent4>
        <a:srgbClr val="91857F"/>
      </a:accent4>
      <a:accent5>
        <a:srgbClr val="F87C56"/>
      </a:accent5>
      <a:accent6>
        <a:srgbClr val="307FE2"/>
      </a:accent6>
      <a:hlink>
        <a:srgbClr val="C3D7EE"/>
      </a:hlink>
      <a:folHlink>
        <a:srgbClr val="02FF9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AC9A0595-21B3-0E48-B13E-FD4F460A243F}" vid="{42688456-1767-D540-8A5F-71C65D1CAC1F}"/>
    </a:ext>
  </a:extLst>
</a:theme>
</file>

<file path=ppt/theme/theme3.xml><?xml version="1.0" encoding="utf-8"?>
<a:theme xmlns:a="http://schemas.openxmlformats.org/drawingml/2006/main" name="المحتوى">
  <a:themeElements>
    <a:clrScheme name="Custom 2">
      <a:dk1>
        <a:srgbClr val="163E35"/>
      </a:dk1>
      <a:lt1>
        <a:srgbClr val="FFFFFF"/>
      </a:lt1>
      <a:dk2>
        <a:srgbClr val="008263"/>
      </a:dk2>
      <a:lt2>
        <a:srgbClr val="ACC9B8"/>
      </a:lt2>
      <a:accent1>
        <a:srgbClr val="BC8C3D"/>
      </a:accent1>
      <a:accent2>
        <a:srgbClr val="1C3674"/>
      </a:accent2>
      <a:accent3>
        <a:srgbClr val="F0E87B"/>
      </a:accent3>
      <a:accent4>
        <a:srgbClr val="91857F"/>
      </a:accent4>
      <a:accent5>
        <a:srgbClr val="F87C56"/>
      </a:accent5>
      <a:accent6>
        <a:srgbClr val="307FE2"/>
      </a:accent6>
      <a:hlink>
        <a:srgbClr val="C3D7EE"/>
      </a:hlink>
      <a:folHlink>
        <a:srgbClr val="02FF9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AC9A0595-21B3-0E48-B13E-FD4F460A243F}" vid="{663A9EEC-E4E0-7E4C-8EC0-E9D868956C56}"/>
    </a:ext>
  </a:extLst>
</a:theme>
</file>

<file path=ppt/theme/theme4.xml><?xml version="1.0" encoding="utf-8"?>
<a:theme xmlns:a="http://schemas.openxmlformats.org/drawingml/2006/main" name="شكرًا">
  <a:themeElements>
    <a:clrScheme name="Custom 2">
      <a:dk1>
        <a:srgbClr val="163E35"/>
      </a:dk1>
      <a:lt1>
        <a:srgbClr val="FFFFFF"/>
      </a:lt1>
      <a:dk2>
        <a:srgbClr val="008263"/>
      </a:dk2>
      <a:lt2>
        <a:srgbClr val="ACC9B8"/>
      </a:lt2>
      <a:accent1>
        <a:srgbClr val="BC8C3D"/>
      </a:accent1>
      <a:accent2>
        <a:srgbClr val="1C3674"/>
      </a:accent2>
      <a:accent3>
        <a:srgbClr val="F0E87B"/>
      </a:accent3>
      <a:accent4>
        <a:srgbClr val="91857F"/>
      </a:accent4>
      <a:accent5>
        <a:srgbClr val="F87C56"/>
      </a:accent5>
      <a:accent6>
        <a:srgbClr val="307FE2"/>
      </a:accent6>
      <a:hlink>
        <a:srgbClr val="C3D7EE"/>
      </a:hlink>
      <a:folHlink>
        <a:srgbClr val="02FF9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AC9A0595-21B3-0E48-B13E-FD4F460A243F}" vid="{6F838A17-ACEB-9441-95D8-A0F67FA1B44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6a67e3-6f0f-4510-ab84-900a660224b5">
      <Terms xmlns="http://schemas.microsoft.com/office/infopath/2007/PartnerControls"/>
    </lcf76f155ced4ddcb4097134ff3c332f>
    <TaxCatchAll xmlns="b92b6cb4-6cec-4962-87a9-5880889b82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B61A379AB15544ADE42E32A3435C99" ma:contentTypeVersion="22" ma:contentTypeDescription="Create a new document." ma:contentTypeScope="" ma:versionID="bd702740591f9270b0bdb585fc8604cd">
  <xsd:schema xmlns:xsd="http://www.w3.org/2001/XMLSchema" xmlns:xs="http://www.w3.org/2001/XMLSchema" xmlns:p="http://schemas.microsoft.com/office/2006/metadata/properties" xmlns:ns2="a56a67e3-6f0f-4510-ab84-900a660224b5" xmlns:ns3="b92b6cb4-6cec-4962-87a9-5880889b8245" targetNamespace="http://schemas.microsoft.com/office/2006/metadata/properties" ma:root="true" ma:fieldsID="6305395975e3b82dc650e6d0f259f9c2" ns2:_="" ns3:_="">
    <xsd:import namespace="a56a67e3-6f0f-4510-ab84-900a660224b5"/>
    <xsd:import namespace="b92b6cb4-6cec-4962-87a9-5880889b82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a67e3-6f0f-4510-ab84-900a660224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9f499d7-344e-4826-9a25-c6eb6841f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b6cb4-6cec-4962-87a9-5880889b824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22e7cd-04cf-4f94-a5d1-f1a234b1fdcd}" ma:internalName="TaxCatchAll" ma:showField="CatchAllData" ma:web="b92b6cb4-6cec-4962-87a9-5880889b82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619CCB-8845-4FE6-97A7-729870EEC5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8DB729-65EE-474F-AC15-11C638B23ED9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a56a67e3-6f0f-4510-ab84-900a660224b5"/>
    <ds:schemaRef ds:uri="http://schemas.microsoft.com/office/2006/documentManagement/types"/>
    <ds:schemaRef ds:uri="http://schemas.microsoft.com/office/infopath/2007/PartnerControls"/>
    <ds:schemaRef ds:uri="b92b6cb4-6cec-4962-87a9-5880889b824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C576BCD-062F-44BB-AF79-A18D70D81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6a67e3-6f0f-4510-ab84-900a660224b5"/>
    <ds:schemaRef ds:uri="b92b6cb4-6cec-4962-87a9-5880889b82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119</TotalTime>
  <Words>360</Words>
  <Application>Microsoft Office PowerPoint</Application>
  <PresentationFormat>Widescreen</PresentationFormat>
  <Paragraphs>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Wingdings</vt:lpstr>
      <vt:lpstr>Calibri</vt:lpstr>
      <vt:lpstr>IBM Plex Sans Arabic</vt:lpstr>
      <vt:lpstr>Arial</vt:lpstr>
      <vt:lpstr>Abar Mid</vt:lpstr>
      <vt:lpstr>أغلفة</vt:lpstr>
      <vt:lpstr>فواصل</vt:lpstr>
      <vt:lpstr>المحتوى</vt:lpstr>
      <vt:lpstr>شكرًا</vt:lpstr>
      <vt:lpstr>عنوان العرض</vt:lpstr>
      <vt:lpstr>عنوان العرض</vt:lpstr>
      <vt:lpstr>عنوان العرض</vt:lpstr>
      <vt:lpstr>عنوان العرض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شكرًا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Alshammari, Rana M</dc:creator>
  <cp:lastModifiedBy>Kholoud Khalid Alomairi</cp:lastModifiedBy>
  <cp:revision>9</cp:revision>
  <dcterms:created xsi:type="dcterms:W3CDTF">2025-07-07T12:32:21Z</dcterms:created>
  <dcterms:modified xsi:type="dcterms:W3CDTF">2026-04-13T08:44:15Z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0x0101006EB61A379AB15544ADE42E32A3435C99</vt:lpwstr>
  </property>
  <property fmtid="{D5CDD505-2E9C-101B-9397-08002B2CF9AE}" pid="3" name="MSIP_Label_3c662555-8342-48a1-91df-60b8ada0890e_Enabled">
    <vt:lpwstr>true</vt:lpwstr>
  </property>
  <property fmtid="{D5CDD505-2E9C-101B-9397-08002B2CF9AE}" pid="4" name="MSIP_Label_3c662555-8342-48a1-91df-60b8ada0890e_SetDate">
    <vt:lpwstr>2025-07-07T13:04:00Z</vt:lpwstr>
  </property>
  <property fmtid="{D5CDD505-2E9C-101B-9397-08002B2CF9AE}" pid="5" name="MSIP_Label_3c662555-8342-48a1-91df-60b8ada0890e_Method">
    <vt:lpwstr>Standard</vt:lpwstr>
  </property>
  <property fmtid="{D5CDD505-2E9C-101B-9397-08002B2CF9AE}" pid="6" name="MSIP_Label_3c662555-8342-48a1-91df-60b8ada0890e_Name">
    <vt:lpwstr>مقيد - Restricted</vt:lpwstr>
  </property>
  <property fmtid="{D5CDD505-2E9C-101B-9397-08002B2CF9AE}" pid="7" name="MSIP_Label_3c662555-8342-48a1-91df-60b8ada0890e_SiteId">
    <vt:lpwstr>cee277c8-9ceb-4b05-95ef-59d45630412c</vt:lpwstr>
  </property>
  <property fmtid="{D5CDD505-2E9C-101B-9397-08002B2CF9AE}" pid="8" name="MSIP_Label_3c662555-8342-48a1-91df-60b8ada0890e_ActionId">
    <vt:lpwstr>51969330-6bdf-4580-968d-4958eed8b03d</vt:lpwstr>
  </property>
  <property fmtid="{D5CDD505-2E9C-101B-9397-08002B2CF9AE}" pid="9" name="MSIP_Label_3c662555-8342-48a1-91df-60b8ada0890e_ContentBits">
    <vt:lpwstr>2</vt:lpwstr>
  </property>
  <property fmtid="{D5CDD505-2E9C-101B-9397-08002B2CF9AE}" pid="10" name="ClassificationContentMarkingFooterLocations">
    <vt:lpwstr>Covers:3\Dividers:3\Content Slide:3\Thank You Slide:3</vt:lpwstr>
  </property>
  <property fmtid="{D5CDD505-2E9C-101B-9397-08002B2CF9AE}" pid="11" name="ClassificationContentMarkingFooterText">
    <vt:lpwstr>Restricted - مقيد</vt:lpwstr>
  </property>
  <property fmtid="{D5CDD505-2E9C-101B-9397-08002B2CF9AE}" pid="12" name="MediaServiceImageTags">
    <vt:lpwstr/>
  </property>
</Properties>
</file>