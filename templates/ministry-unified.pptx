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3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4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Ex1.xml" ContentType="application/vnd.ms-office.chartex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  <p:sldMasterId id="2147483665" r:id="rId5"/>
    <p:sldMasterId id="2147483678" r:id="rId6"/>
    <p:sldMasterId id="2147483688" r:id="rId7"/>
  </p:sldMasterIdLst>
  <p:sldIdLst>
    <p:sldId id="256" r:id="rIdS1"/>
    <p:sldId id="257" r:id="rIdS2"/>
    <p:sldId id="258" r:id="rIdS3"/>
    <p:sldId id="259" r:id="rIdS4"/>
    <p:sldId id="260" r:id="rIdS5"/>
    <p:sldId id="261" r:id="rIdS6"/>
    <p:sldId id="262" r:id="rIdS7"/>
    <p:sldId id="263" r:id="rIdS8"/>
    <p:sldId id="264" r:id="rIdS9"/>
    <p:sldId id="265" r:id="rIdS10"/>
    <p:sldId id="266" r:id="rIdS11"/>
  </p:sldIdLst>
  <p:sldSz cx="12192000" cy="6858000"/>
  <p:notesSz cx="6858000" cy="9144000"/>
  <p:embeddedFontLst>
    <p:embeddedFont>
      <p:font typeface="Abar Mid" pitchFamily="50" charset="-78"/>
      <p:regular r:id="rId24"/>
      <p:bold r:id="rId25"/>
    </p:embeddedFont>
    <p:embeddedFont>
      <p:font typeface="IBM Plex Sans Arabic" panose="020B0503050203000203"/>
      <p:regular r:id="rId26"/>
      <p:bold r:id="rId27"/>
    </p:embeddedFont>
  </p:embeddedFontLst>
  <p:defaultTextStyle>
    <a:defPPr>
      <a:defRPr lang="en-S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A562"/>
    <a:srgbClr val="004543"/>
    <a:srgbClr val="2B130A"/>
    <a:srgbClr val="87432B"/>
    <a:srgbClr val="174766"/>
    <a:srgbClr val="F6EDE3"/>
    <a:srgbClr val="000000"/>
    <a:srgbClr val="048061"/>
    <a:srgbClr val="70A4C2"/>
    <a:srgbClr val="D6DF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1354"/>
    <p:restoredTop sz="97727"/>
  </p:normalViewPr>
  <p:slideViewPr>
    <p:cSldViewPr snapToGrid="0" showGuides="1">
      <p:cViewPr varScale="1">
        <p:scale>
          <a:sx n="79" d="100"/>
          <a:sy n="79" d="100"/>
        </p:scale>
        <p:origin x="96" y="168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font" Target="fonts/font3.fntdata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25" Type="http://schemas.openxmlformats.org/officeDocument/2006/relationships/font" Target="fonts/font2.fntdata"/><Relationship Id="rId2" Type="http://schemas.openxmlformats.org/officeDocument/2006/relationships/customXml" Target="../customXml/item2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24" Type="http://schemas.openxmlformats.org/officeDocument/2006/relationships/font" Target="fonts/font1.fntdata"/><Relationship Id="rId5" Type="http://schemas.openxmlformats.org/officeDocument/2006/relationships/slideMaster" Target="slideMasters/slideMaster2.xml"/><Relationship Id="rId28" Type="http://schemas.openxmlformats.org/officeDocument/2006/relationships/presProps" Target="presProps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27" Type="http://schemas.openxmlformats.org/officeDocument/2006/relationships/font" Target="fonts/font4.fntdata"/><Relationship Id="rId30" Type="http://schemas.openxmlformats.org/officeDocument/2006/relationships/theme" Target="theme/theme1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2.xml"/><Relationship Id="rId2" Type="http://schemas.microsoft.com/office/2011/relationships/chartStyle" Target="style2.xml"/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62" b="0" i="0" u="none" strike="noStrike" kern="1200" spc="0" baseline="0">
                <a:solidFill>
                  <a:srgbClr val="000000"/>
                </a:solidFill>
                <a:latin typeface="IBM Plex Sans Arabic" panose="020B0503050203000203" pitchFamily="34" charset="-78"/>
                <a:ea typeface="FEDRASANSPRO-DEMI" panose="020B0503040000020004" pitchFamily="34" charset="0"/>
                <a:cs typeface="IBM Plex Sans Arabic" panose="020B0503050203000203" pitchFamily="34" charset="-78"/>
              </a:defRPr>
            </a:pPr>
            <a:r>
              <a:rPr lang="ar-SA" sz="1800" b="0" i="0" kern="1200" spc="0" baseline="0" dirty="0">
                <a:solidFill>
                  <a:srgbClr val="000000"/>
                </a:solidFill>
                <a:effectLst/>
                <a:latin typeface="IBM Plex Sans Arabic" panose="020B0503050203000203" pitchFamily="34" charset="-78"/>
                <a:ea typeface="FEDRASANSPRO-DEMI" panose="020B0503040000020004" pitchFamily="34" charset="0"/>
                <a:cs typeface="IBM Plex Sans Arabic" panose="020B0503050203000203" pitchFamily="34" charset="-78"/>
              </a:rPr>
              <a:t>اضغط لإضافة عنوان</a:t>
            </a:r>
            <a:endParaRPr lang="en-SA" sz="1600" b="0" i="0" dirty="0">
              <a:solidFill>
                <a:srgbClr val="000000"/>
              </a:solidFill>
              <a:effectLst/>
              <a:latin typeface="IBM Plex Sans Arabic" panose="020B0503050203000203" pitchFamily="34" charset="-78"/>
              <a:cs typeface="IBM Plex Sans Arabic" panose="020B0503050203000203" pitchFamily="34" charset="-78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862" b="0" i="0" u="none" strike="noStrike" kern="1200" spc="0" baseline="0">
              <a:solidFill>
                <a:srgbClr val="000000"/>
              </a:solidFill>
              <a:latin typeface="IBM Plex Sans Arabic" panose="020B0503050203000203" pitchFamily="34" charset="-78"/>
              <a:ea typeface="FEDRASANSPRO-DEMI" panose="020B0503040000020004" pitchFamily="34" charset="0"/>
              <a:cs typeface="IBM Plex Sans Arabic" panose="020B0503050203000203" pitchFamily="34" charset="-78"/>
            </a:defRPr>
          </a:pPr>
          <a:endParaRPr lang="en-SA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19050" cap="rnd">
              <a:solidFill>
                <a:srgbClr val="D7A562"/>
              </a:solidFill>
              <a:round/>
            </a:ln>
            <a:effectLst/>
          </c:spPr>
          <c:marker>
            <c:symbol val="none"/>
          </c:marker>
          <c:xVal>
            <c:numRef>
              <c:f>Sheet1!$A$2:$A$5</c:f>
              <c:numCache>
                <c:formatCode>General</c:formatCode>
                <c:ptCount val="4"/>
                <c:pt idx="0">
                  <c:v>0.7</c:v>
                </c:pt>
                <c:pt idx="1">
                  <c:v>1.8</c:v>
                </c:pt>
                <c:pt idx="2">
                  <c:v>2.6</c:v>
                </c:pt>
                <c:pt idx="3">
                  <c:v>3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2.7</c:v>
                </c:pt>
                <c:pt idx="1">
                  <c:v>3.2</c:v>
                </c:pt>
                <c:pt idx="2">
                  <c:v>0.8</c:v>
                </c:pt>
                <c:pt idx="3">
                  <c:v>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C74-A44E-BF25-6DF46E1E673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69535312"/>
        <c:axId val="1169695392"/>
      </c:scatterChart>
      <c:valAx>
        <c:axId val="116953531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rgbClr val="F6EDE3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ECF0E8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D7A562"/>
                </a:solidFill>
                <a:latin typeface="IBM Plex Sans Arabic" panose="020B0503050203000203" pitchFamily="34" charset="-78"/>
                <a:ea typeface="FEDRASANSPRO-DEMI" panose="020B0503040000020004" pitchFamily="34" charset="0"/>
                <a:cs typeface="IBM Plex Sans Arabic" panose="020B0503050203000203" pitchFamily="34" charset="-78"/>
              </a:defRPr>
            </a:pPr>
            <a:endParaRPr lang="en-SA"/>
          </a:p>
        </c:txPr>
        <c:crossAx val="1169695392"/>
        <c:crosses val="autoZero"/>
        <c:crossBetween val="midCat"/>
      </c:valAx>
      <c:valAx>
        <c:axId val="11696953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rgbClr val="F6EDE3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ECF0E8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D7A562"/>
                </a:solidFill>
                <a:latin typeface="IBM Plex Sans Arabic" panose="020B0503050203000203" pitchFamily="34" charset="-78"/>
                <a:ea typeface="FEDRASANSPRO-DEMI" panose="020B0503040000020004" pitchFamily="34" charset="0"/>
                <a:cs typeface="IBM Plex Sans Arabic" panose="020B0503050203000203" pitchFamily="34" charset="-78"/>
              </a:defRPr>
            </a:pPr>
            <a:endParaRPr lang="en-SA"/>
          </a:p>
        </c:txPr>
        <c:crossAx val="1169535312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b="0" i="0">
          <a:solidFill>
            <a:srgbClr val="10322B"/>
          </a:solidFill>
          <a:latin typeface="FEDRASANSPRO-DEMI" panose="020B0503040000020004" pitchFamily="34" charset="0"/>
          <a:ea typeface="FEDRASANSPRO-DEMI" panose="020B0503040000020004" pitchFamily="34" charset="0"/>
        </a:defRPr>
      </a:pPr>
      <a:endParaRPr lang="en-SA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Sheet1!$A$2:$A$77</cx:f>
        <cx:lvl ptCount="76" formatCode="General">
          <cx:pt idx="0">1</cx:pt>
          <cx:pt idx="1">3</cx:pt>
          <cx:pt idx="2">3</cx:pt>
          <cx:pt idx="3">3</cx:pt>
          <cx:pt idx="4">5</cx:pt>
          <cx:pt idx="5">6</cx:pt>
          <cx:pt idx="6">6</cx:pt>
          <cx:pt idx="7">6</cx:pt>
          <cx:pt idx="8">7</cx:pt>
          <cx:pt idx="9">8</cx:pt>
          <cx:pt idx="10">8</cx:pt>
          <cx:pt idx="11">9</cx:pt>
          <cx:pt idx="12">9</cx:pt>
          <cx:pt idx="13">9</cx:pt>
          <cx:pt idx="14">9</cx:pt>
          <cx:pt idx="15">9</cx:pt>
          <cx:pt idx="16">10</cx:pt>
          <cx:pt idx="17">10</cx:pt>
          <cx:pt idx="18">10</cx:pt>
          <cx:pt idx="19">10</cx:pt>
          <cx:pt idx="20">10</cx:pt>
          <cx:pt idx="21">10</cx:pt>
          <cx:pt idx="22">11</cx:pt>
          <cx:pt idx="23">11</cx:pt>
          <cx:pt idx="24">11</cx:pt>
          <cx:pt idx="25">11</cx:pt>
          <cx:pt idx="26">11</cx:pt>
          <cx:pt idx="27">11</cx:pt>
          <cx:pt idx="28">12</cx:pt>
          <cx:pt idx="29">12</cx:pt>
          <cx:pt idx="30">12</cx:pt>
          <cx:pt idx="31">12</cx:pt>
          <cx:pt idx="32">12</cx:pt>
          <cx:pt idx="33">12</cx:pt>
          <cx:pt idx="34">13</cx:pt>
          <cx:pt idx="35">13</cx:pt>
          <cx:pt idx="36">13</cx:pt>
          <cx:pt idx="37">13</cx:pt>
          <cx:pt idx="38">13</cx:pt>
          <cx:pt idx="39">14</cx:pt>
          <cx:pt idx="40">14</cx:pt>
          <cx:pt idx="41">14</cx:pt>
          <cx:pt idx="42">14</cx:pt>
          <cx:pt idx="43">14</cx:pt>
          <cx:pt idx="44">14</cx:pt>
          <cx:pt idx="45">15</cx:pt>
          <cx:pt idx="46">15</cx:pt>
          <cx:pt idx="47">15</cx:pt>
          <cx:pt idx="48">15</cx:pt>
          <cx:pt idx="49">15</cx:pt>
          <cx:pt idx="50">15</cx:pt>
          <cx:pt idx="51">15</cx:pt>
          <cx:pt idx="52">15</cx:pt>
          <cx:pt idx="53">16</cx:pt>
          <cx:pt idx="54">16</cx:pt>
          <cx:pt idx="55">16</cx:pt>
          <cx:pt idx="56">16</cx:pt>
          <cx:pt idx="57">17</cx:pt>
          <cx:pt idx="58">17</cx:pt>
          <cx:pt idx="59">17</cx:pt>
          <cx:pt idx="60">17</cx:pt>
          <cx:pt idx="61">17</cx:pt>
          <cx:pt idx="62">17</cx:pt>
          <cx:pt idx="63">18</cx:pt>
          <cx:pt idx="64">18</cx:pt>
          <cx:pt idx="65">18</cx:pt>
          <cx:pt idx="66">18</cx:pt>
          <cx:pt idx="67">19</cx:pt>
          <cx:pt idx="68">19</cx:pt>
          <cx:pt idx="69">19</cx:pt>
          <cx:pt idx="70">20</cx:pt>
          <cx:pt idx="71">21</cx:pt>
          <cx:pt idx="72">22</cx:pt>
          <cx:pt idx="73">22</cx:pt>
          <cx:pt idx="74">24</cx:pt>
          <cx:pt idx="75">24</cx:pt>
        </cx:lvl>
      </cx:numDim>
    </cx:data>
  </cx:chartData>
  <cx:chart>
    <cx:title pos="t" align="ctr" overlay="0">
      <cx:tx>
        <cx:rich>
          <a:bodyPr vertOverflow="overflow" horzOverflow="overflow" wrap="square" lIns="0" tIns="0" rIns="0" bIns="0"/>
          <a:lstStyle/>
          <a:p>
            <a:pPr algn="ctr" rtl="0">
              <a:spcBef>
                <a:spcPts val="0"/>
              </a:spcBef>
              <a:spcAft>
                <a:spcPts val="0"/>
              </a:spcAft>
              <a:defRPr b="0" i="0">
                <a:solidFill>
                  <a:srgbClr val="000000"/>
                </a:solidFill>
                <a:latin typeface="IBM Plex Sans Arabic" panose="020B0503050203000203" pitchFamily="34" charset="-78"/>
                <a:ea typeface="IBM Plex Sans Arabic" panose="020B0503050203000203" pitchFamily="34" charset="-78"/>
                <a:cs typeface="IBM Plex Sans Arabic" panose="020B0503050203000203" pitchFamily="34" charset="-78"/>
              </a:defRPr>
            </a:pPr>
            <a:r>
              <a:rPr lang="ar-SA" sz="1800" b="0" i="0" kern="1200" spc="0" baseline="0" dirty="0">
                <a:solidFill>
                  <a:srgbClr val="000000"/>
                </a:solidFill>
                <a:effectLst/>
                <a:latin typeface="IBM Plex Sans Arabic" panose="020B0503050203000203" pitchFamily="34" charset="-78"/>
                <a:ea typeface="FEDRASANSPRO-DEMI" panose="020B0503040000020004" pitchFamily="34" charset="0"/>
                <a:cs typeface="IBM Plex Sans Arabic" panose="020B0503050203000203" pitchFamily="34" charset="-78"/>
              </a:rPr>
              <a:t>اضغط لإضافة عنوان</a:t>
            </a:r>
            <a:endParaRPr lang="en-SA" sz="1600" b="0" i="0" dirty="0">
              <a:solidFill>
                <a:srgbClr val="000000"/>
              </a:solidFill>
              <a:effectLst/>
              <a:latin typeface="IBM Plex Sans Arabic" panose="020B0503050203000203" pitchFamily="34" charset="-78"/>
              <a:cs typeface="IBM Plex Sans Arabic" panose="020B0503050203000203" pitchFamily="34" charset="-78"/>
            </a:endParaRPr>
          </a:p>
        </cx:rich>
      </cx:tx>
    </cx:title>
    <cx:plotArea>
      <cx:plotAreaRegion>
        <cx:plotSurface>
          <cx:spPr>
            <a:noFill/>
            <a:ln>
              <a:solidFill>
                <a:srgbClr val="ECF0E8"/>
              </a:solidFill>
            </a:ln>
          </cx:spPr>
        </cx:plotSurface>
        <cx:series layoutId="clusteredColumn" uniqueId="{70B4C469-1E69-2445-9CC0-948A4A4BD86C}">
          <cx:tx>
            <cx:txData>
              <cx:f>Sheet1!$A$1</cx:f>
              <cx:v>Series1</cx:v>
            </cx:txData>
          </cx:tx>
          <cx:dataPt idx="0">
            <cx:spPr>
              <a:solidFill>
                <a:srgbClr val="048061"/>
              </a:solidFill>
            </cx:spPr>
          </cx:dataPt>
          <cx:dataPt idx="1">
            <cx:spPr>
              <a:solidFill>
                <a:srgbClr val="70A4C2"/>
              </a:solidFill>
            </cx:spPr>
          </cx:dataPt>
          <cx:dataPt idx="2">
            <cx:spPr>
              <a:solidFill>
                <a:srgbClr val="87432B"/>
              </a:solidFill>
            </cx:spPr>
          </cx:dataPt>
          <cx:dataPt idx="3">
            <cx:spPr>
              <a:solidFill>
                <a:srgbClr val="D7A562"/>
              </a:solidFill>
            </cx:spPr>
          </cx:dataPt>
          <cx:dataPt idx="4">
            <cx:spPr>
              <a:solidFill>
                <a:srgbClr val="2B130A"/>
              </a:solidFill>
            </cx:spPr>
          </cx:dataPt>
          <cx:dataPt idx="5">
            <cx:spPr>
              <a:solidFill>
                <a:srgbClr val="174766"/>
              </a:solidFill>
            </cx:spPr>
          </cx:dataPt>
          <cx:dataId val="0"/>
          <cx:layoutPr>
            <cx:binning intervalClosed="r"/>
          </cx:layoutPr>
        </cx:series>
      </cx:plotAreaRegion>
      <cx:axis id="0">
        <cx:catScaling gapWidth="0"/>
        <cx:tickLabels/>
        <cx:txPr>
          <a:bodyPr vertOverflow="overflow" horzOverflow="overflow" wrap="square" lIns="0" tIns="0" rIns="0" bIns="0"/>
          <a:lstStyle/>
          <a:p>
            <a:pPr algn="ctr" rtl="0">
              <a:defRPr sz="1197" b="0" i="0">
                <a:solidFill>
                  <a:srgbClr val="D7A562"/>
                </a:solidFill>
                <a:latin typeface="IBM Plex Sans Arabic" panose="020B0503050203000203" pitchFamily="34" charset="-78"/>
                <a:ea typeface="IBM Plex Sans Arabic" panose="020B0503050203000203" pitchFamily="34" charset="-78"/>
                <a:cs typeface="IBM Plex Sans Arabic" panose="020B0503050203000203" pitchFamily="34" charset="-78"/>
              </a:defRPr>
            </a:pPr>
            <a:endParaRPr lang="en-SA" b="0" i="0">
              <a:solidFill>
                <a:srgbClr val="D7A562"/>
              </a:solidFill>
              <a:latin typeface="IBM Plex Sans Arabic" panose="020B0503050203000203" pitchFamily="34" charset="-78"/>
              <a:ea typeface="FEDRASANSPRO-DEMI" panose="020B0503040000020004" pitchFamily="34" charset="0"/>
              <a:cs typeface="IBM Plex Sans Arabic" panose="020B0503050203000203" pitchFamily="34" charset="-78"/>
            </a:endParaRPr>
          </a:p>
        </cx:txPr>
      </cx:axis>
      <cx:axis id="1">
        <cx:valScaling/>
        <cx:majorGridlines>
          <cx:spPr>
            <a:ln>
              <a:solidFill>
                <a:srgbClr val="F6EDE3"/>
              </a:solidFill>
            </a:ln>
          </cx:spPr>
        </cx:majorGridlines>
        <cx:tickLabels/>
        <cx:txPr>
          <a:bodyPr vertOverflow="overflow" horzOverflow="overflow" wrap="square" lIns="0" tIns="0" rIns="0" bIns="0"/>
          <a:lstStyle/>
          <a:p>
            <a:pPr algn="ctr" rtl="0">
              <a:defRPr sz="1197" b="0" i="0">
                <a:solidFill>
                  <a:srgbClr val="D7A562"/>
                </a:solidFill>
                <a:latin typeface="IBM Plex Sans Arabic" panose="020B0503050203000203" pitchFamily="34" charset="-78"/>
                <a:ea typeface="IBM Plex Sans Arabic" panose="020B0503050203000203" pitchFamily="34" charset="-78"/>
                <a:cs typeface="IBM Plex Sans Arabic" panose="020B0503050203000203" pitchFamily="34" charset="-78"/>
              </a:defRPr>
            </a:pPr>
            <a:endParaRPr lang="en-SA" b="0" i="0">
              <a:solidFill>
                <a:srgbClr val="D7A562"/>
              </a:solidFill>
              <a:latin typeface="IBM Plex Sans Arabic" panose="020B0503050203000203" pitchFamily="34" charset="-78"/>
              <a:ea typeface="FEDRASANSPRO-DEMI" panose="020B0503040000020004" pitchFamily="34" charset="0"/>
              <a:cs typeface="IBM Plex Sans Arabic" panose="020B0503050203000203" pitchFamily="34" charset="-78"/>
            </a:endParaRPr>
          </a:p>
        </cx:txPr>
      </cx:axis>
    </cx:plotArea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F1146F-D842-ADA9-866C-1FFBEDE2D6F7}"/>
              </a:ext>
            </a:extLst>
          </p:cNvPr>
          <p:cNvSpPr/>
          <p:nvPr userDrawn="1"/>
        </p:nvSpPr>
        <p:spPr>
          <a:xfrm>
            <a:off x="0" y="0"/>
            <a:ext cx="12293600" cy="6935902"/>
          </a:xfrm>
          <a:prstGeom prst="rect">
            <a:avLst/>
          </a:prstGeom>
          <a:solidFill>
            <a:srgbClr val="F6ED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SA" dirty="0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B9343AB-A9F0-6030-45BD-400AB659B8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59094" y="2690170"/>
            <a:ext cx="9144000" cy="854080"/>
          </a:xfrm>
          <a:prstGeom prst="rect">
            <a:avLst/>
          </a:prstGeom>
        </p:spPr>
        <p:txBody>
          <a:bodyPr lIns="0" tIns="0" rIns="0" bIns="0" anchor="b">
            <a:spAutoFit/>
          </a:bodyPr>
          <a:lstStyle>
            <a:lvl1pPr algn="r" rtl="1">
              <a:defRPr sz="6000" b="1" i="0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</a:lstStyle>
          <a:p>
            <a:r>
              <a:rPr lang="ar-SA" dirty="0"/>
              <a:t>عنوان العرض</a:t>
            </a:r>
            <a:endParaRPr lang="en-SA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09D18177-FEB7-B5C6-C109-6BB171598E1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759094" y="3740981"/>
            <a:ext cx="9144000" cy="34163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r" rtl="1">
              <a:buNone/>
              <a:defRPr sz="2400" b="0" i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ar-SA" dirty="0"/>
              <a:t>عنوان فرعي</a:t>
            </a:r>
            <a:endParaRPr lang="en-SA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F4F0FFA4-F55F-FBB0-3F3D-5785D108F98B}"/>
              </a:ext>
            </a:extLst>
          </p:cNvPr>
          <p:cNvSpPr txBox="1">
            <a:spLocks/>
          </p:cNvSpPr>
          <p:nvPr userDrawn="1"/>
        </p:nvSpPr>
        <p:spPr>
          <a:xfrm>
            <a:off x="515938" y="6381750"/>
            <a:ext cx="2743200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54764D-8EAB-8748-B28F-B728A3A9CA58}" type="datetime2">
              <a:rPr lang="en-US" b="0" i="0" smtClean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Monday, April 13, 2026</a:t>
            </a:fld>
            <a:endParaRPr lang="en-SA" b="0" i="0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A06C53-8D74-CF49-1C34-6D6A47227FC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509144" y="5445465"/>
            <a:ext cx="2393950" cy="279195"/>
          </a:xfrm>
          <a:prstGeom prst="rect">
            <a:avLst/>
          </a:prstGeom>
        </p:spPr>
      </p:pic>
      <p:pic>
        <p:nvPicPr>
          <p:cNvPr id="13" name="Picture 12" descr="A black and gold rectangular frame with a black background&#10;&#10;AI-generated content may be incorrect.">
            <a:extLst>
              <a:ext uri="{FF2B5EF4-FFF2-40B4-BE49-F238E27FC236}">
                <a16:creationId xmlns:a16="http://schemas.microsoft.com/office/drawing/2014/main" id="{40D636DC-D8FF-8966-6A63-269E3D2F078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23613" y="510144"/>
            <a:ext cx="2501521" cy="772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67436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F1146F-D842-ADA9-866C-1FFBEDE2D6F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SA" dirty="0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B9343AB-A9F0-6030-45BD-400AB659B8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33694" y="2690170"/>
            <a:ext cx="9144000" cy="854080"/>
          </a:xfrm>
          <a:prstGeom prst="rect">
            <a:avLst/>
          </a:prstGeom>
        </p:spPr>
        <p:txBody>
          <a:bodyPr lIns="0" tIns="0" rIns="0" bIns="0" anchor="b">
            <a:spAutoFit/>
          </a:bodyPr>
          <a:lstStyle>
            <a:lvl1pPr algn="r" rtl="1">
              <a:defRPr sz="6000" b="1" i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</a:lstStyle>
          <a:p>
            <a:r>
              <a:rPr lang="ar-SA" dirty="0"/>
              <a:t>عنوان العرض</a:t>
            </a:r>
            <a:endParaRPr lang="en-SA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09D18177-FEB7-B5C6-C109-6BB171598E1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733694" y="3740981"/>
            <a:ext cx="9144000" cy="34163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r" rtl="1">
              <a:buNone/>
              <a:defRPr sz="2400" b="0" i="0">
                <a:solidFill>
                  <a:srgbClr val="F6EDE3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ar-SA" dirty="0"/>
              <a:t>عنوان فرعي</a:t>
            </a:r>
            <a:endParaRPr lang="en-SA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F4F0FFA4-F55F-FBB0-3F3D-5785D108F98B}"/>
              </a:ext>
            </a:extLst>
          </p:cNvPr>
          <p:cNvSpPr txBox="1">
            <a:spLocks/>
          </p:cNvSpPr>
          <p:nvPr userDrawn="1"/>
        </p:nvSpPr>
        <p:spPr>
          <a:xfrm>
            <a:off x="515938" y="6381750"/>
            <a:ext cx="2743200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54764D-8EAB-8748-B28F-B728A3A9CA58}" type="datetime2">
              <a:rPr lang="en-US" b="0" i="0" smtClean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Monday, April 13, 2026</a:t>
            </a:fld>
            <a:endParaRPr lang="en-SA" b="0" i="0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A06C53-8D74-CF49-1C34-6D6A47227FC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483744" y="5445465"/>
            <a:ext cx="2393950" cy="27919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BF604A8-FF11-0D82-81C2-20982BAB62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4171" y="0"/>
            <a:ext cx="2463684" cy="6858000"/>
          </a:xfrm>
          <a:prstGeom prst="rect">
            <a:avLst/>
          </a:prstGeom>
        </p:spPr>
      </p:pic>
      <p:pic>
        <p:nvPicPr>
          <p:cNvPr id="2" name="Picture 1" descr="A black and gold sign with white text&#10;&#10;AI-generated content may be incorrect.">
            <a:extLst>
              <a:ext uri="{FF2B5EF4-FFF2-40B4-BE49-F238E27FC236}">
                <a16:creationId xmlns:a16="http://schemas.microsoft.com/office/drawing/2014/main" id="{0BC95DEF-02B9-F333-4298-3E0BFDA65F0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223613" y="510144"/>
            <a:ext cx="2501521" cy="772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489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F1146F-D842-ADA9-866C-1FFBEDE2D6F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54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SA" dirty="0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B9343AB-A9F0-6030-45BD-400AB659B8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33694" y="2690170"/>
            <a:ext cx="9144000" cy="854080"/>
          </a:xfrm>
          <a:prstGeom prst="rect">
            <a:avLst/>
          </a:prstGeom>
        </p:spPr>
        <p:txBody>
          <a:bodyPr lIns="0" tIns="0" rIns="0" bIns="0" anchor="b">
            <a:spAutoFit/>
          </a:bodyPr>
          <a:lstStyle>
            <a:lvl1pPr algn="r" rtl="1">
              <a:defRPr sz="6000" b="1" i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</a:lstStyle>
          <a:p>
            <a:r>
              <a:rPr lang="ar-SA" dirty="0"/>
              <a:t>عنوان العرض</a:t>
            </a:r>
            <a:endParaRPr lang="en-SA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09D18177-FEB7-B5C6-C109-6BB171598E1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733694" y="3740981"/>
            <a:ext cx="9144000" cy="34163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r" rtl="1">
              <a:buNone/>
              <a:defRPr sz="2400" b="0" i="0">
                <a:solidFill>
                  <a:srgbClr val="F6EDE3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ar-SA" dirty="0"/>
              <a:t>عنوان فرعي</a:t>
            </a:r>
            <a:endParaRPr lang="en-SA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F4F0FFA4-F55F-FBB0-3F3D-5785D108F98B}"/>
              </a:ext>
            </a:extLst>
          </p:cNvPr>
          <p:cNvSpPr txBox="1">
            <a:spLocks/>
          </p:cNvSpPr>
          <p:nvPr userDrawn="1"/>
        </p:nvSpPr>
        <p:spPr>
          <a:xfrm>
            <a:off x="515938" y="6381750"/>
            <a:ext cx="2743200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54764D-8EAB-8748-B28F-B728A3A9CA58}" type="datetime2">
              <a:rPr lang="en-US" b="0" i="0" smtClean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Monday, April 13, 2026</a:t>
            </a:fld>
            <a:endParaRPr lang="en-SA" b="0" i="0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A06C53-8D74-CF49-1C34-6D6A47227FC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483744" y="5445465"/>
            <a:ext cx="2393950" cy="27919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BF604A8-FF11-0D82-81C2-20982BAB62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4171" y="0"/>
            <a:ext cx="2463684" cy="6858000"/>
          </a:xfrm>
          <a:prstGeom prst="rect">
            <a:avLst/>
          </a:prstGeom>
        </p:spPr>
      </p:pic>
      <p:pic>
        <p:nvPicPr>
          <p:cNvPr id="3" name="Picture 2" descr="A black and gold sign with white text&#10;&#10;AI-generated content may be incorrect.">
            <a:extLst>
              <a:ext uri="{FF2B5EF4-FFF2-40B4-BE49-F238E27FC236}">
                <a16:creationId xmlns:a16="http://schemas.microsoft.com/office/drawing/2014/main" id="{A7020ECE-E65C-8FA2-0E8C-174CDE00DA2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223613" y="510144"/>
            <a:ext cx="2501521" cy="772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5956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F1146F-D842-ADA9-866C-1FFBEDE2D6F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47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SA" dirty="0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B9343AB-A9F0-6030-45BD-400AB659B8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59094" y="2690170"/>
            <a:ext cx="9144000" cy="854080"/>
          </a:xfrm>
          <a:prstGeom prst="rect">
            <a:avLst/>
          </a:prstGeom>
        </p:spPr>
        <p:txBody>
          <a:bodyPr lIns="0" tIns="0" rIns="0" bIns="0" anchor="b">
            <a:spAutoFit/>
          </a:bodyPr>
          <a:lstStyle>
            <a:lvl1pPr algn="r" rtl="1">
              <a:defRPr sz="6000" b="1" i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</a:lstStyle>
          <a:p>
            <a:r>
              <a:rPr lang="ar-SA" dirty="0"/>
              <a:t>عنوان العرض</a:t>
            </a:r>
            <a:endParaRPr lang="en-SA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09D18177-FEB7-B5C6-C109-6BB171598E1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759094" y="3740981"/>
            <a:ext cx="9144000" cy="34163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r" rtl="1">
              <a:buNone/>
              <a:defRPr sz="2400" b="0" i="0">
                <a:solidFill>
                  <a:srgbClr val="F6EDE3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ar-SA" dirty="0"/>
              <a:t>عنوان فرعي</a:t>
            </a:r>
            <a:endParaRPr lang="en-SA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F4F0FFA4-F55F-FBB0-3F3D-5785D108F98B}"/>
              </a:ext>
            </a:extLst>
          </p:cNvPr>
          <p:cNvSpPr txBox="1">
            <a:spLocks/>
          </p:cNvSpPr>
          <p:nvPr userDrawn="1"/>
        </p:nvSpPr>
        <p:spPr>
          <a:xfrm>
            <a:off x="515938" y="6381750"/>
            <a:ext cx="2743200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54764D-8EAB-8748-B28F-B728A3A9CA58}" type="datetime2">
              <a:rPr lang="en-US" b="0" i="0" smtClean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Monday, April 13, 2026</a:t>
            </a:fld>
            <a:endParaRPr lang="en-SA" b="0" i="0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A06C53-8D74-CF49-1C34-6D6A47227FC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509143" y="5445465"/>
            <a:ext cx="2393950" cy="27919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BF604A8-FF11-0D82-81C2-20982BAB62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4171" y="0"/>
            <a:ext cx="2463684" cy="6858000"/>
          </a:xfrm>
          <a:prstGeom prst="rect">
            <a:avLst/>
          </a:prstGeom>
        </p:spPr>
      </p:pic>
      <p:pic>
        <p:nvPicPr>
          <p:cNvPr id="3" name="Picture 2" descr="A black and gold sign with white text&#10;&#10;AI-generated content may be incorrect.">
            <a:extLst>
              <a:ext uri="{FF2B5EF4-FFF2-40B4-BE49-F238E27FC236}">
                <a16:creationId xmlns:a16="http://schemas.microsoft.com/office/drawing/2014/main" id="{F1CF0B23-D259-95F9-B0F4-0886EDC908C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223613" y="510144"/>
            <a:ext cx="2501521" cy="772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142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374862-6E21-CBCC-6EF7-BEA43E84796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SA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BCDC5C1-C1C5-1A29-76D8-C1B8CE99BD1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6000" y="1228507"/>
            <a:ext cx="5580061" cy="939488"/>
          </a:xfrm>
          <a:prstGeom prst="rect">
            <a:avLst/>
          </a:prstGeom>
        </p:spPr>
        <p:txBody>
          <a:bodyPr lIns="0" tIns="0" rIns="0" bIns="0" anchor="b" anchorCtr="0">
            <a:spAutoFit/>
          </a:bodyPr>
          <a:lstStyle>
            <a:lvl1pPr marL="0" indent="0" algn="r">
              <a:buNone/>
              <a:defRPr sz="6600" b="1" i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ar-SA" dirty="0"/>
              <a:t>المحتويات</a:t>
            </a:r>
            <a:endParaRPr lang="en-SA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A1BC203E-70CE-DF19-F02F-9CE1592A10AB}"/>
              </a:ext>
            </a:extLst>
          </p:cNvPr>
          <p:cNvSpPr txBox="1">
            <a:spLocks/>
          </p:cNvSpPr>
          <p:nvPr userDrawn="1"/>
        </p:nvSpPr>
        <p:spPr>
          <a:xfrm>
            <a:off x="10755629" y="6381750"/>
            <a:ext cx="920431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D0CA8B97-79F7-4841-B144-26FBE5AC4C5B}" type="slidenum">
              <a:rPr lang="en-US" b="0" i="0" smtClean="0">
                <a:solidFill>
                  <a:srgbClr val="ECF0E8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pPr algn="r"/>
              <a:t>‹#›</a:t>
            </a:fld>
            <a:endParaRPr lang="en-SA" b="0" i="0" dirty="0">
              <a:solidFill>
                <a:srgbClr val="ECF0E8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CE15B00A-AA14-F11F-4381-A9022F80D99F}"/>
              </a:ext>
            </a:extLst>
          </p:cNvPr>
          <p:cNvSpPr txBox="1">
            <a:spLocks/>
          </p:cNvSpPr>
          <p:nvPr userDrawn="1"/>
        </p:nvSpPr>
        <p:spPr>
          <a:xfrm>
            <a:off x="515938" y="6381750"/>
            <a:ext cx="2743200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54764D-8EAB-8748-B28F-B728A3A9CA58}" type="datetime2">
              <a:rPr lang="en-US" b="0" i="0" smtClean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Monday, April 13, 2026</a:t>
            </a:fld>
            <a:endParaRPr lang="en-SA" b="0" i="0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6B83BCD-7EAC-8327-821E-A4FAD39B4C6F}"/>
              </a:ext>
            </a:extLst>
          </p:cNvPr>
          <p:cNvSpPr txBox="1">
            <a:spLocks/>
          </p:cNvSpPr>
          <p:nvPr userDrawn="1"/>
        </p:nvSpPr>
        <p:spPr>
          <a:xfrm>
            <a:off x="515938" y="287472"/>
            <a:ext cx="2323977" cy="188778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2"/>
                </a:solidFill>
                <a:latin typeface="Readex Pro Deca" pitchFamily="2" charset="-78"/>
                <a:ea typeface="+mj-ea"/>
                <a:cs typeface="Readex Pro Deca" pitchFamily="2" charset="-78"/>
              </a:defRPr>
            </a:lvl1pPr>
          </a:lstStyle>
          <a:p>
            <a:pPr algn="l" rtl="0"/>
            <a:r>
              <a:rPr lang="en-US" sz="800" b="0" i="0" dirty="0" err="1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haj.gov.sa</a:t>
            </a:r>
            <a:endParaRPr lang="en-SA" sz="800" b="0" i="0" dirty="0">
              <a:solidFill>
                <a:srgbClr val="000000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095EBC8-03FB-0B59-F2AF-1D9C6598D6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44597" y="2776272"/>
            <a:ext cx="2794000" cy="2997200"/>
          </a:xfrm>
          <a:prstGeom prst="rect">
            <a:avLst/>
          </a:prstGeom>
        </p:spPr>
        <p:txBody>
          <a:bodyPr/>
          <a:lstStyle>
            <a:lvl1pPr algn="r" rtl="1">
              <a:defRPr>
                <a:solidFill>
                  <a:srgbClr val="F6EDE3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</a:lstStyle>
          <a:p>
            <a:r>
              <a:rPr lang="ar-SA" sz="2800" dirty="0"/>
              <a:t>القسم الأول</a:t>
            </a:r>
          </a:p>
          <a:p>
            <a:r>
              <a:rPr lang="ar-SA" sz="2800" dirty="0"/>
              <a:t>القسم الثاني</a:t>
            </a:r>
          </a:p>
          <a:p>
            <a:r>
              <a:rPr lang="ar-SA" sz="2800" dirty="0"/>
              <a:t>القسم الثالث</a:t>
            </a:r>
            <a:endParaRPr lang="en-SA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0F0F4BA-7D5C-0050-E541-AC2FCC7406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61925" y="6399333"/>
            <a:ext cx="8214180" cy="45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9181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68B26C4-AD5A-714E-924A-90387B0EA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7A56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SA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180242-71D9-A773-98E9-9FA141C8E71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6000" y="3459296"/>
            <a:ext cx="5580061" cy="1981825"/>
          </a:xfrm>
          <a:prstGeom prst="rect">
            <a:avLst/>
          </a:prstGeom>
        </p:spPr>
        <p:txBody>
          <a:bodyPr lIns="0" tIns="0" rIns="0" bIns="0" anchor="b" anchorCtr="0">
            <a:spAutoFit/>
          </a:bodyPr>
          <a:lstStyle>
            <a:lvl1pPr marL="0" indent="0" algn="r">
              <a:buNone/>
              <a:defRPr sz="6600" b="1" i="0">
                <a:solidFill>
                  <a:srgbClr val="ECF0E8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.01</a:t>
            </a:r>
          </a:p>
          <a:p>
            <a:r>
              <a:rPr lang="ar-SA" dirty="0"/>
              <a:t>عنوان الفصل</a:t>
            </a:r>
            <a:endParaRPr lang="en-SA" dirty="0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1DD77B01-3C2F-9041-FFD5-836D4113D054}"/>
              </a:ext>
            </a:extLst>
          </p:cNvPr>
          <p:cNvSpPr txBox="1">
            <a:spLocks/>
          </p:cNvSpPr>
          <p:nvPr userDrawn="1"/>
        </p:nvSpPr>
        <p:spPr>
          <a:xfrm>
            <a:off x="10755629" y="6381750"/>
            <a:ext cx="920431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D0CA8B97-79F7-4841-B144-26FBE5AC4C5B}" type="slidenum">
              <a:rPr lang="en-US" b="0" i="0" smtClean="0">
                <a:solidFill>
                  <a:srgbClr val="ECF0E8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pPr algn="r"/>
              <a:t>‹#›</a:t>
            </a:fld>
            <a:endParaRPr lang="en-SA" b="0" i="0" dirty="0">
              <a:solidFill>
                <a:srgbClr val="ECF0E8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4A41815-0856-7A48-5965-2324B3C578CB}"/>
              </a:ext>
            </a:extLst>
          </p:cNvPr>
          <p:cNvSpPr txBox="1">
            <a:spLocks/>
          </p:cNvSpPr>
          <p:nvPr userDrawn="1"/>
        </p:nvSpPr>
        <p:spPr>
          <a:xfrm>
            <a:off x="515938" y="6381750"/>
            <a:ext cx="2743200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54764D-8EAB-8748-B28F-B728A3A9CA58}" type="datetime2">
              <a:rPr lang="en-US" b="0" i="0" smtClean="0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Monday, April 13, 2026</a:t>
            </a:fld>
            <a:endParaRPr lang="en-SA" b="0" i="0" dirty="0">
              <a:solidFill>
                <a:srgbClr val="000000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BB1469-2594-61E5-E5D5-B142459B8A7B}"/>
              </a:ext>
            </a:extLst>
          </p:cNvPr>
          <p:cNvSpPr txBox="1">
            <a:spLocks/>
          </p:cNvSpPr>
          <p:nvPr userDrawn="1"/>
        </p:nvSpPr>
        <p:spPr>
          <a:xfrm>
            <a:off x="515938" y="287472"/>
            <a:ext cx="2323977" cy="188778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2"/>
                </a:solidFill>
                <a:latin typeface="Readex Pro Deca" pitchFamily="2" charset="-78"/>
                <a:ea typeface="+mj-ea"/>
                <a:cs typeface="Readex Pro Deca" pitchFamily="2" charset="-78"/>
              </a:defRPr>
            </a:lvl1pPr>
          </a:lstStyle>
          <a:p>
            <a:pPr algn="l" rtl="0"/>
            <a:r>
              <a:rPr lang="en-US" sz="800" b="0" i="0" dirty="0" err="1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haj.gov.sa</a:t>
            </a:r>
            <a:endParaRPr lang="en-SA" sz="800" b="0" i="0" dirty="0">
              <a:solidFill>
                <a:srgbClr val="000000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1610409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68B26C4-AD5A-714E-924A-90387B0EA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54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SA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180242-71D9-A773-98E9-9FA141C8E71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6000" y="3459296"/>
            <a:ext cx="5580061" cy="1981825"/>
          </a:xfrm>
          <a:prstGeom prst="rect">
            <a:avLst/>
          </a:prstGeom>
        </p:spPr>
        <p:txBody>
          <a:bodyPr lIns="0" tIns="0" rIns="0" bIns="0" anchor="b" anchorCtr="0">
            <a:spAutoFit/>
          </a:bodyPr>
          <a:lstStyle>
            <a:lvl1pPr marL="0" indent="0" algn="r">
              <a:buNone/>
              <a:defRPr sz="6600" b="1" i="0">
                <a:solidFill>
                  <a:srgbClr val="ECF0E8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.01</a:t>
            </a:r>
          </a:p>
          <a:p>
            <a:r>
              <a:rPr lang="ar-SA" dirty="0"/>
              <a:t>عنوان الفصل</a:t>
            </a:r>
            <a:endParaRPr lang="en-SA" dirty="0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1DD77B01-3C2F-9041-FFD5-836D4113D054}"/>
              </a:ext>
            </a:extLst>
          </p:cNvPr>
          <p:cNvSpPr txBox="1">
            <a:spLocks/>
          </p:cNvSpPr>
          <p:nvPr userDrawn="1"/>
        </p:nvSpPr>
        <p:spPr>
          <a:xfrm>
            <a:off x="10755629" y="6381750"/>
            <a:ext cx="920431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D0CA8B97-79F7-4841-B144-26FBE5AC4C5B}" type="slidenum">
              <a:rPr lang="en-US" b="0" i="0" smtClean="0">
                <a:solidFill>
                  <a:srgbClr val="ECF0E8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pPr algn="r"/>
              <a:t>‹#›</a:t>
            </a:fld>
            <a:endParaRPr lang="en-SA" b="0" i="0" dirty="0">
              <a:solidFill>
                <a:srgbClr val="ECF0E8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4A41815-0856-7A48-5965-2324B3C578CB}"/>
              </a:ext>
            </a:extLst>
          </p:cNvPr>
          <p:cNvSpPr txBox="1">
            <a:spLocks/>
          </p:cNvSpPr>
          <p:nvPr userDrawn="1"/>
        </p:nvSpPr>
        <p:spPr>
          <a:xfrm>
            <a:off x="515938" y="6381750"/>
            <a:ext cx="2743200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54764D-8EAB-8748-B28F-B728A3A9CA58}" type="datetime2">
              <a:rPr lang="en-US" b="0" i="0" smtClean="0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Monday, April 13, 2026</a:t>
            </a:fld>
            <a:endParaRPr lang="en-SA" b="0" i="0" dirty="0">
              <a:solidFill>
                <a:srgbClr val="000000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BB1469-2594-61E5-E5D5-B142459B8A7B}"/>
              </a:ext>
            </a:extLst>
          </p:cNvPr>
          <p:cNvSpPr txBox="1">
            <a:spLocks/>
          </p:cNvSpPr>
          <p:nvPr userDrawn="1"/>
        </p:nvSpPr>
        <p:spPr>
          <a:xfrm>
            <a:off x="515938" y="287472"/>
            <a:ext cx="2323977" cy="188778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2"/>
                </a:solidFill>
                <a:latin typeface="Readex Pro Deca" pitchFamily="2" charset="-78"/>
                <a:ea typeface="+mj-ea"/>
                <a:cs typeface="Readex Pro Deca" pitchFamily="2" charset="-78"/>
              </a:defRPr>
            </a:lvl1pPr>
          </a:lstStyle>
          <a:p>
            <a:pPr algn="l" rtl="0"/>
            <a:r>
              <a:rPr lang="en-US" sz="800" b="0" i="0" dirty="0" err="1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haj.gov.sa</a:t>
            </a:r>
            <a:endParaRPr lang="en-SA" sz="800" b="0" i="0" dirty="0">
              <a:solidFill>
                <a:srgbClr val="000000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82778989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68B26C4-AD5A-714E-924A-90387B0EA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7A56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SA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180242-71D9-A773-98E9-9FA141C8E71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6000" y="3459296"/>
            <a:ext cx="5580061" cy="1981825"/>
          </a:xfrm>
          <a:prstGeom prst="rect">
            <a:avLst/>
          </a:prstGeom>
        </p:spPr>
        <p:txBody>
          <a:bodyPr lIns="0" tIns="0" rIns="0" bIns="0" anchor="b" anchorCtr="0">
            <a:spAutoFit/>
          </a:bodyPr>
          <a:lstStyle>
            <a:lvl1pPr marL="0" indent="0" algn="r">
              <a:buNone/>
              <a:defRPr sz="6600" b="1" i="0">
                <a:solidFill>
                  <a:srgbClr val="ECF0E8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.01</a:t>
            </a:r>
          </a:p>
          <a:p>
            <a:r>
              <a:rPr lang="ar-SA" dirty="0"/>
              <a:t>عنوان الفصل</a:t>
            </a:r>
            <a:endParaRPr lang="en-SA" dirty="0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1DD77B01-3C2F-9041-FFD5-836D4113D054}"/>
              </a:ext>
            </a:extLst>
          </p:cNvPr>
          <p:cNvSpPr txBox="1">
            <a:spLocks/>
          </p:cNvSpPr>
          <p:nvPr userDrawn="1"/>
        </p:nvSpPr>
        <p:spPr>
          <a:xfrm>
            <a:off x="10755629" y="6381750"/>
            <a:ext cx="920431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D0CA8B97-79F7-4841-B144-26FBE5AC4C5B}" type="slidenum">
              <a:rPr lang="en-US" b="0" i="0" smtClean="0">
                <a:solidFill>
                  <a:srgbClr val="ECF0E8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pPr algn="r"/>
              <a:t>‹#›</a:t>
            </a:fld>
            <a:endParaRPr lang="en-SA" b="0" i="0" dirty="0">
              <a:solidFill>
                <a:srgbClr val="ECF0E8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4A41815-0856-7A48-5965-2324B3C578CB}"/>
              </a:ext>
            </a:extLst>
          </p:cNvPr>
          <p:cNvSpPr txBox="1">
            <a:spLocks/>
          </p:cNvSpPr>
          <p:nvPr userDrawn="1"/>
        </p:nvSpPr>
        <p:spPr>
          <a:xfrm>
            <a:off x="515938" y="6381750"/>
            <a:ext cx="2743200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54764D-8EAB-8748-B28F-B728A3A9CA58}" type="datetime2">
              <a:rPr lang="en-US" b="0" i="0" smtClean="0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Monday, April 13, 2026</a:t>
            </a:fld>
            <a:endParaRPr lang="en-SA" b="0" i="0" dirty="0">
              <a:solidFill>
                <a:srgbClr val="000000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BB1469-2594-61E5-E5D5-B142459B8A7B}"/>
              </a:ext>
            </a:extLst>
          </p:cNvPr>
          <p:cNvSpPr txBox="1">
            <a:spLocks/>
          </p:cNvSpPr>
          <p:nvPr userDrawn="1"/>
        </p:nvSpPr>
        <p:spPr>
          <a:xfrm>
            <a:off x="515938" y="287472"/>
            <a:ext cx="2323977" cy="188778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2"/>
                </a:solidFill>
                <a:latin typeface="Readex Pro Deca" pitchFamily="2" charset="-78"/>
                <a:ea typeface="+mj-ea"/>
                <a:cs typeface="Readex Pro Deca" pitchFamily="2" charset="-78"/>
              </a:defRPr>
            </a:lvl1pPr>
          </a:lstStyle>
          <a:p>
            <a:pPr algn="l" rtl="0"/>
            <a:r>
              <a:rPr lang="en-US" sz="800" b="0" i="0" dirty="0" err="1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haj.gov.sa</a:t>
            </a:r>
            <a:endParaRPr lang="en-SA" sz="800" b="0" i="0" dirty="0">
              <a:solidFill>
                <a:srgbClr val="000000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4B0FAD-7DB3-C8DA-6816-1458E3BC1C3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1923" y="1084396"/>
            <a:ext cx="4515984" cy="474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27264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68B26C4-AD5A-714E-924A-90387B0EA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7A56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SA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180242-71D9-A773-98E9-9FA141C8E71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6000" y="3459296"/>
            <a:ext cx="5580061" cy="1981825"/>
          </a:xfrm>
          <a:prstGeom prst="rect">
            <a:avLst/>
          </a:prstGeom>
        </p:spPr>
        <p:txBody>
          <a:bodyPr lIns="0" tIns="0" rIns="0" bIns="0" anchor="b" anchorCtr="0">
            <a:spAutoFit/>
          </a:bodyPr>
          <a:lstStyle>
            <a:lvl1pPr marL="0" indent="0" algn="r">
              <a:buNone/>
              <a:defRPr sz="6600" b="1" i="0">
                <a:solidFill>
                  <a:srgbClr val="ECF0E8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.01</a:t>
            </a:r>
          </a:p>
          <a:p>
            <a:r>
              <a:rPr lang="ar-SA" dirty="0"/>
              <a:t>عنوان الفصل</a:t>
            </a:r>
            <a:endParaRPr lang="en-SA" dirty="0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1DD77B01-3C2F-9041-FFD5-836D4113D054}"/>
              </a:ext>
            </a:extLst>
          </p:cNvPr>
          <p:cNvSpPr txBox="1">
            <a:spLocks/>
          </p:cNvSpPr>
          <p:nvPr userDrawn="1"/>
        </p:nvSpPr>
        <p:spPr>
          <a:xfrm>
            <a:off x="10755629" y="6381750"/>
            <a:ext cx="920431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D0CA8B97-79F7-4841-B144-26FBE5AC4C5B}" type="slidenum">
              <a:rPr lang="en-US" b="0" i="0" smtClean="0">
                <a:solidFill>
                  <a:srgbClr val="ECF0E8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pPr algn="r"/>
              <a:t>‹#›</a:t>
            </a:fld>
            <a:endParaRPr lang="en-SA" b="0" i="0" dirty="0">
              <a:solidFill>
                <a:srgbClr val="ECF0E8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4A41815-0856-7A48-5965-2324B3C578CB}"/>
              </a:ext>
            </a:extLst>
          </p:cNvPr>
          <p:cNvSpPr txBox="1">
            <a:spLocks/>
          </p:cNvSpPr>
          <p:nvPr userDrawn="1"/>
        </p:nvSpPr>
        <p:spPr>
          <a:xfrm>
            <a:off x="515938" y="6381750"/>
            <a:ext cx="2743200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54764D-8EAB-8748-B28F-B728A3A9CA58}" type="datetime2">
              <a:rPr lang="en-US" b="0" i="0" smtClean="0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Monday, April 13, 2026</a:t>
            </a:fld>
            <a:endParaRPr lang="en-SA" b="0" i="0" dirty="0">
              <a:solidFill>
                <a:srgbClr val="000000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BB1469-2594-61E5-E5D5-B142459B8A7B}"/>
              </a:ext>
            </a:extLst>
          </p:cNvPr>
          <p:cNvSpPr txBox="1">
            <a:spLocks/>
          </p:cNvSpPr>
          <p:nvPr userDrawn="1"/>
        </p:nvSpPr>
        <p:spPr>
          <a:xfrm>
            <a:off x="515938" y="287472"/>
            <a:ext cx="2323977" cy="188778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2"/>
                </a:solidFill>
                <a:latin typeface="Readex Pro Deca" pitchFamily="2" charset="-78"/>
                <a:ea typeface="+mj-ea"/>
                <a:cs typeface="Readex Pro Deca" pitchFamily="2" charset="-78"/>
              </a:defRPr>
            </a:lvl1pPr>
          </a:lstStyle>
          <a:p>
            <a:pPr algn="l" rtl="0"/>
            <a:r>
              <a:rPr lang="en-US" sz="800" b="0" i="0" dirty="0" err="1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haj.gov.sa</a:t>
            </a:r>
            <a:endParaRPr lang="en-SA" sz="800" b="0" i="0" dirty="0">
              <a:solidFill>
                <a:srgbClr val="000000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AC59F8-9A7B-F79E-8E5A-1385B0CF74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30296"/>
            <a:ext cx="24636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294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8CFD15E-7873-FACB-BF9A-1F47FD0D9DB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7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SA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55D69D43-26B4-8478-2AF8-AF025BE31D67}"/>
              </a:ext>
            </a:extLst>
          </p:cNvPr>
          <p:cNvSpPr txBox="1">
            <a:spLocks/>
          </p:cNvSpPr>
          <p:nvPr userDrawn="1"/>
        </p:nvSpPr>
        <p:spPr>
          <a:xfrm>
            <a:off x="10755629" y="6381750"/>
            <a:ext cx="920431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D0CA8B97-79F7-4841-B144-26FBE5AC4C5B}" type="slidenum">
              <a:rPr lang="en-US" b="0" i="0" smtClean="0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pPr algn="r"/>
              <a:t>‹#›</a:t>
            </a:fld>
            <a:endParaRPr lang="en-SA" b="0" i="0" dirty="0">
              <a:solidFill>
                <a:srgbClr val="000000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B96DD3B4-5D6D-B3E3-1C73-A91F3D8E5A92}"/>
              </a:ext>
            </a:extLst>
          </p:cNvPr>
          <p:cNvSpPr txBox="1">
            <a:spLocks/>
          </p:cNvSpPr>
          <p:nvPr userDrawn="1"/>
        </p:nvSpPr>
        <p:spPr>
          <a:xfrm>
            <a:off x="515938" y="6381750"/>
            <a:ext cx="2743200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54764D-8EAB-8748-B28F-B728A3A9CA58}" type="datetime2">
              <a:rPr lang="en-US" b="0" i="0" smtClean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Monday, April 13, 2026</a:t>
            </a:fld>
            <a:endParaRPr lang="en-SA" b="0" i="0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F64910D-2B62-C875-7DEA-78821B47D1FC}"/>
              </a:ext>
            </a:extLst>
          </p:cNvPr>
          <p:cNvSpPr txBox="1">
            <a:spLocks/>
          </p:cNvSpPr>
          <p:nvPr userDrawn="1"/>
        </p:nvSpPr>
        <p:spPr>
          <a:xfrm>
            <a:off x="515938" y="287472"/>
            <a:ext cx="2323977" cy="188778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2"/>
                </a:solidFill>
                <a:latin typeface="Readex Pro Deca" pitchFamily="2" charset="-78"/>
                <a:ea typeface="+mj-ea"/>
                <a:cs typeface="Readex Pro Deca" pitchFamily="2" charset="-78"/>
              </a:defRPr>
            </a:lvl1pPr>
          </a:lstStyle>
          <a:p>
            <a:pPr algn="l" rtl="0"/>
            <a:r>
              <a:rPr lang="en-US" sz="800" b="0" i="0" dirty="0" err="1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haj.gov.sa</a:t>
            </a:r>
            <a:endParaRPr lang="en-SA" sz="800" b="0" i="0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01FE90E-8AF1-0DB5-29F0-1D1F96637D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61925" y="6399333"/>
            <a:ext cx="8214180" cy="45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2986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8CFD15E-7873-FACB-BF9A-1F47FD0D9DB2}"/>
              </a:ext>
            </a:extLst>
          </p:cNvPr>
          <p:cNvSpPr/>
          <p:nvPr userDrawn="1"/>
        </p:nvSpPr>
        <p:spPr>
          <a:xfrm>
            <a:off x="0" y="0"/>
            <a:ext cx="12192000" cy="5867400"/>
          </a:xfrm>
          <a:prstGeom prst="rect">
            <a:avLst/>
          </a:prstGeom>
          <a:solidFill>
            <a:srgbClr val="FBF7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SA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55D69D43-26B4-8478-2AF8-AF025BE31D67}"/>
              </a:ext>
            </a:extLst>
          </p:cNvPr>
          <p:cNvSpPr txBox="1">
            <a:spLocks/>
          </p:cNvSpPr>
          <p:nvPr userDrawn="1"/>
        </p:nvSpPr>
        <p:spPr>
          <a:xfrm>
            <a:off x="395027" y="6346344"/>
            <a:ext cx="920431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D0CA8B97-79F7-4841-B144-26FBE5AC4C5B}" type="slidenum">
              <a:rPr lang="en-US" b="0" i="0" smtClean="0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pPr algn="l"/>
              <a:t>‹#›</a:t>
            </a:fld>
            <a:endParaRPr lang="en-SA" b="0" i="0" dirty="0">
              <a:solidFill>
                <a:srgbClr val="000000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F64910D-2B62-C875-7DEA-78821B47D1FC}"/>
              </a:ext>
            </a:extLst>
          </p:cNvPr>
          <p:cNvSpPr txBox="1">
            <a:spLocks/>
          </p:cNvSpPr>
          <p:nvPr userDrawn="1"/>
        </p:nvSpPr>
        <p:spPr>
          <a:xfrm>
            <a:off x="515938" y="287472"/>
            <a:ext cx="2323977" cy="188778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2"/>
                </a:solidFill>
                <a:latin typeface="Readex Pro Deca" pitchFamily="2" charset="-78"/>
                <a:ea typeface="+mj-ea"/>
                <a:cs typeface="Readex Pro Deca" pitchFamily="2" charset="-78"/>
              </a:defRPr>
            </a:lvl1pPr>
          </a:lstStyle>
          <a:p>
            <a:pPr algn="l" rtl="0"/>
            <a:r>
              <a:rPr lang="en-US" sz="800" b="0" i="0" dirty="0" err="1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haj.gov.sa</a:t>
            </a:r>
            <a:endParaRPr lang="en-SA" sz="800" b="0" i="0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E575AD7-4978-F314-2AC8-7199D7DBB8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6794500"/>
            <a:ext cx="12192000" cy="63500"/>
          </a:xfrm>
          <a:prstGeom prst="rect">
            <a:avLst/>
          </a:prstGeom>
        </p:spPr>
      </p:pic>
      <p:pic>
        <p:nvPicPr>
          <p:cNvPr id="7" name="Picture 6" descr="A black and gold rectangular frame with a black background&#10;&#10;AI-generated content may be incorrect.">
            <a:extLst>
              <a:ext uri="{FF2B5EF4-FFF2-40B4-BE49-F238E27FC236}">
                <a16:creationId xmlns:a16="http://schemas.microsoft.com/office/drawing/2014/main" id="{92E33D31-3C31-35E9-E751-4FD657670B5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77499" y="6107837"/>
            <a:ext cx="1247635" cy="385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9411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8CFD15E-7873-FACB-BF9A-1F47FD0D9DB2}"/>
              </a:ext>
            </a:extLst>
          </p:cNvPr>
          <p:cNvSpPr/>
          <p:nvPr userDrawn="1"/>
        </p:nvSpPr>
        <p:spPr>
          <a:xfrm>
            <a:off x="0" y="949569"/>
            <a:ext cx="12192000" cy="5908431"/>
          </a:xfrm>
          <a:prstGeom prst="rect">
            <a:avLst/>
          </a:prstGeom>
          <a:solidFill>
            <a:srgbClr val="FBF7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SA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55D69D43-26B4-8478-2AF8-AF025BE31D67}"/>
              </a:ext>
            </a:extLst>
          </p:cNvPr>
          <p:cNvSpPr txBox="1">
            <a:spLocks/>
          </p:cNvSpPr>
          <p:nvPr userDrawn="1"/>
        </p:nvSpPr>
        <p:spPr>
          <a:xfrm>
            <a:off x="10755629" y="6381750"/>
            <a:ext cx="920431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D0CA8B97-79F7-4841-B144-26FBE5AC4C5B}" type="slidenum">
              <a:rPr lang="en-US" b="0" i="0" smtClean="0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pPr algn="r"/>
              <a:t>‹#›</a:t>
            </a:fld>
            <a:endParaRPr lang="en-SA" b="0" i="0" dirty="0">
              <a:solidFill>
                <a:srgbClr val="000000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B96DD3B4-5D6D-B3E3-1C73-A91F3D8E5A92}"/>
              </a:ext>
            </a:extLst>
          </p:cNvPr>
          <p:cNvSpPr txBox="1">
            <a:spLocks/>
          </p:cNvSpPr>
          <p:nvPr userDrawn="1"/>
        </p:nvSpPr>
        <p:spPr>
          <a:xfrm>
            <a:off x="515938" y="6381750"/>
            <a:ext cx="2743200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54764D-8EAB-8748-B28F-B728A3A9CA58}" type="datetime2">
              <a:rPr lang="en-US" b="0" i="0" smtClean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Monday, April 13, 2026</a:t>
            </a:fld>
            <a:endParaRPr lang="en-SA" b="0" i="0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F64910D-2B62-C875-7DEA-78821B47D1FC}"/>
              </a:ext>
            </a:extLst>
          </p:cNvPr>
          <p:cNvSpPr txBox="1">
            <a:spLocks/>
          </p:cNvSpPr>
          <p:nvPr userDrawn="1"/>
        </p:nvSpPr>
        <p:spPr>
          <a:xfrm>
            <a:off x="515938" y="349060"/>
            <a:ext cx="2323977" cy="188778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2"/>
                </a:solidFill>
                <a:latin typeface="Readex Pro Deca" pitchFamily="2" charset="-78"/>
                <a:ea typeface="+mj-ea"/>
                <a:cs typeface="Readex Pro Deca" pitchFamily="2" charset="-78"/>
              </a:defRPr>
            </a:lvl1pPr>
          </a:lstStyle>
          <a:p>
            <a:pPr algn="l" rtl="0"/>
            <a:r>
              <a:rPr lang="en-US" sz="800" b="0" i="0" dirty="0" err="1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haj.gov.sa</a:t>
            </a:r>
            <a:endParaRPr lang="en-SA" sz="800" b="0" i="0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01FE90E-8AF1-0DB5-29F0-1D1F96637D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61925" y="6399333"/>
            <a:ext cx="8214180" cy="45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6078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0492E7-3880-A8B4-9358-B5B6F8F0A436}"/>
              </a:ext>
            </a:extLst>
          </p:cNvPr>
          <p:cNvSpPr/>
          <p:nvPr userDrawn="1"/>
        </p:nvSpPr>
        <p:spPr>
          <a:xfrm>
            <a:off x="0" y="0"/>
            <a:ext cx="12293600" cy="6858000"/>
          </a:xfrm>
          <a:prstGeom prst="rect">
            <a:avLst/>
          </a:prstGeom>
          <a:solidFill>
            <a:srgbClr val="00454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SA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762561-581E-D3EA-521E-50A7A54B41ED}"/>
              </a:ext>
            </a:extLst>
          </p:cNvPr>
          <p:cNvSpPr txBox="1">
            <a:spLocks/>
          </p:cNvSpPr>
          <p:nvPr userDrawn="1"/>
        </p:nvSpPr>
        <p:spPr>
          <a:xfrm>
            <a:off x="10755629" y="6381750"/>
            <a:ext cx="920431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D0CA8B97-79F7-4841-B144-26FBE5AC4C5B}" type="slidenum">
              <a:rPr lang="en-US" b="0" i="0" smtClean="0">
                <a:solidFill>
                  <a:srgbClr val="F6EDE3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pPr algn="r"/>
              <a:t>‹#›</a:t>
            </a:fld>
            <a:endParaRPr lang="en-SA" b="0" i="0" dirty="0">
              <a:solidFill>
                <a:srgbClr val="F6EDE3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C208F669-34B3-C2B4-E661-6FAFF7BFA10C}"/>
              </a:ext>
            </a:extLst>
          </p:cNvPr>
          <p:cNvSpPr txBox="1">
            <a:spLocks/>
          </p:cNvSpPr>
          <p:nvPr userDrawn="1"/>
        </p:nvSpPr>
        <p:spPr>
          <a:xfrm>
            <a:off x="515938" y="6381750"/>
            <a:ext cx="2743200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54764D-8EAB-8748-B28F-B728A3A9CA58}" type="datetime2">
              <a:rPr lang="en-US" b="0" i="0" smtClean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Monday, April 13, 2026</a:t>
            </a:fld>
            <a:endParaRPr lang="en-SA" b="0" i="0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3B2474F-1C79-4ABE-F16C-1318D2541C85}"/>
              </a:ext>
            </a:extLst>
          </p:cNvPr>
          <p:cNvSpPr txBox="1">
            <a:spLocks/>
          </p:cNvSpPr>
          <p:nvPr userDrawn="1"/>
        </p:nvSpPr>
        <p:spPr>
          <a:xfrm>
            <a:off x="515938" y="287472"/>
            <a:ext cx="2323977" cy="188778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2"/>
                </a:solidFill>
                <a:latin typeface="Readex Pro Deca" pitchFamily="2" charset="-78"/>
                <a:ea typeface="+mj-ea"/>
                <a:cs typeface="Readex Pro Deca" pitchFamily="2" charset="-78"/>
              </a:defRPr>
            </a:lvl1pPr>
          </a:lstStyle>
          <a:p>
            <a:pPr algn="l" rtl="0"/>
            <a:r>
              <a:rPr lang="en-US" sz="800" b="0" i="0" dirty="0" err="1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haj.gov.sa</a:t>
            </a:r>
            <a:endParaRPr lang="en-SA" sz="800" b="0" i="0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68012FA-609E-D686-6B5F-A0A605D9A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61925" y="6399333"/>
            <a:ext cx="8214180" cy="45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89307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0492E7-3880-A8B4-9358-B5B6F8F0A436}"/>
              </a:ext>
            </a:extLst>
          </p:cNvPr>
          <p:cNvSpPr/>
          <p:nvPr userDrawn="1"/>
        </p:nvSpPr>
        <p:spPr>
          <a:xfrm>
            <a:off x="0" y="0"/>
            <a:ext cx="12293600" cy="6858000"/>
          </a:xfrm>
          <a:prstGeom prst="rect">
            <a:avLst/>
          </a:prstGeom>
          <a:solidFill>
            <a:srgbClr val="1747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SA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762561-581E-D3EA-521E-50A7A54B41ED}"/>
              </a:ext>
            </a:extLst>
          </p:cNvPr>
          <p:cNvSpPr txBox="1">
            <a:spLocks/>
          </p:cNvSpPr>
          <p:nvPr userDrawn="1"/>
        </p:nvSpPr>
        <p:spPr>
          <a:xfrm>
            <a:off x="10755629" y="6381750"/>
            <a:ext cx="920431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D0CA8B97-79F7-4841-B144-26FBE5AC4C5B}" type="slidenum">
              <a:rPr lang="en-US" b="0" i="0" smtClean="0">
                <a:solidFill>
                  <a:srgbClr val="F6EDE3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pPr algn="r"/>
              <a:t>‹#›</a:t>
            </a:fld>
            <a:endParaRPr lang="en-SA" b="0" i="0" dirty="0">
              <a:solidFill>
                <a:srgbClr val="F6EDE3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C208F669-34B3-C2B4-E661-6FAFF7BFA10C}"/>
              </a:ext>
            </a:extLst>
          </p:cNvPr>
          <p:cNvSpPr txBox="1">
            <a:spLocks/>
          </p:cNvSpPr>
          <p:nvPr userDrawn="1"/>
        </p:nvSpPr>
        <p:spPr>
          <a:xfrm>
            <a:off x="515938" y="6381750"/>
            <a:ext cx="2743200" cy="142421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54764D-8EAB-8748-B28F-B728A3A9CA58}" type="datetime2">
              <a:rPr lang="en-US" b="0" i="0" smtClean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Monday, April 13, 2026</a:t>
            </a:fld>
            <a:endParaRPr lang="en-SA" b="0" i="0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3B2474F-1C79-4ABE-F16C-1318D2541C85}"/>
              </a:ext>
            </a:extLst>
          </p:cNvPr>
          <p:cNvSpPr txBox="1">
            <a:spLocks/>
          </p:cNvSpPr>
          <p:nvPr userDrawn="1"/>
        </p:nvSpPr>
        <p:spPr>
          <a:xfrm>
            <a:off x="515938" y="287472"/>
            <a:ext cx="2323977" cy="188778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 defTabSz="914400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2"/>
                </a:solidFill>
                <a:latin typeface="Readex Pro Deca" pitchFamily="2" charset="-78"/>
                <a:ea typeface="+mj-ea"/>
                <a:cs typeface="Readex Pro Deca" pitchFamily="2" charset="-78"/>
              </a:defRPr>
            </a:lvl1pPr>
          </a:lstStyle>
          <a:p>
            <a:pPr algn="l" rtl="0"/>
            <a:r>
              <a:rPr lang="en-US" sz="800" b="0" i="0" dirty="0" err="1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haj.gov.sa</a:t>
            </a:r>
            <a:endParaRPr lang="en-SA" sz="800" b="0" i="0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68012FA-609E-D686-6B5F-A0A605D9A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61925" y="6399333"/>
            <a:ext cx="8214180" cy="45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7005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583BF2E-9A86-9A23-8801-A2CD1AE2160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ED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SA" dirty="0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44B7516-8472-2EDD-B547-7E7262611FB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625600" y="3001960"/>
            <a:ext cx="9144000" cy="854080"/>
          </a:xfrm>
          <a:prstGeom prst="rect">
            <a:avLst/>
          </a:prstGeom>
        </p:spPr>
        <p:txBody>
          <a:bodyPr lIns="0" tIns="0" rIns="0" bIns="0" anchor="b">
            <a:spAutoFit/>
          </a:bodyPr>
          <a:lstStyle>
            <a:lvl1pPr algn="r" rtl="1">
              <a:defRPr sz="6000" b="1" i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</a:lstStyle>
          <a:p>
            <a:r>
              <a:rPr lang="ar-SA" dirty="0"/>
              <a:t>شكرًا</a:t>
            </a:r>
            <a:endParaRPr lang="en-SA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A2A2B33-93AC-6F83-C420-AAC142F686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20162" y="5039929"/>
            <a:ext cx="1849438" cy="356042"/>
          </a:xfrm>
          <a:prstGeom prst="rect">
            <a:avLst/>
          </a:prstGeom>
        </p:spPr>
      </p:pic>
      <p:pic>
        <p:nvPicPr>
          <p:cNvPr id="3" name="Picture 2" descr="A black and gold rectangular frame with a black background&#10;&#10;AI-generated content may be incorrect.">
            <a:extLst>
              <a:ext uri="{FF2B5EF4-FFF2-40B4-BE49-F238E27FC236}">
                <a16:creationId xmlns:a16="http://schemas.microsoft.com/office/drawing/2014/main" id="{ABF0E4D6-BB61-4832-8FCE-76BFD7DAC3C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23613" y="510144"/>
            <a:ext cx="2501521" cy="772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7932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F1146F-D842-ADA9-866C-1FFBEDE2D6F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SA" dirty="0">
              <a:ln>
                <a:noFill/>
              </a:ln>
              <a:solidFill>
                <a:srgbClr val="FDFDF2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BF604A8-FF11-0D82-81C2-20982BAB624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4171" y="0"/>
            <a:ext cx="24636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69D00C-100E-6BA1-0E00-4F0B8D53895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74800" y="3001960"/>
            <a:ext cx="9144000" cy="854080"/>
          </a:xfrm>
          <a:prstGeom prst="rect">
            <a:avLst/>
          </a:prstGeom>
        </p:spPr>
        <p:txBody>
          <a:bodyPr lIns="0" tIns="0" rIns="0" bIns="0" anchor="b">
            <a:spAutoFit/>
          </a:bodyPr>
          <a:lstStyle>
            <a:lvl1pPr algn="r" rtl="1">
              <a:defRPr sz="6000" b="1" i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</a:lstStyle>
          <a:p>
            <a:r>
              <a:rPr lang="ar-SA" dirty="0"/>
              <a:t>شكرًا</a:t>
            </a:r>
            <a:endParaRPr lang="en-SA" dirty="0"/>
          </a:p>
        </p:txBody>
      </p:sp>
      <p:pic>
        <p:nvPicPr>
          <p:cNvPr id="3" name="Picture 2" descr="A black and gold sign with white text&#10;&#10;AI-generated content may be incorrect.">
            <a:extLst>
              <a:ext uri="{FF2B5EF4-FFF2-40B4-BE49-F238E27FC236}">
                <a16:creationId xmlns:a16="http://schemas.microsoft.com/office/drawing/2014/main" id="{E82CE07F-87E8-1FC7-77B6-A9980CB5645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23613" y="510144"/>
            <a:ext cx="2501521" cy="772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9085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theme" Target="../theme/theme4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5D89EC-3701-0A5E-299D-031EA237FA4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85600" y="6642100"/>
            <a:ext cx="849376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A" sz="100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 - مقيد</a:t>
            </a:r>
          </a:p>
        </p:txBody>
      </p:sp>
    </p:spTree>
    <p:extLst>
      <p:ext uri="{BB962C8B-B14F-4D97-AF65-F5344CB8AC3E}">
        <p14:creationId xmlns:p14="http://schemas.microsoft.com/office/powerpoint/2010/main" val="3501743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93" r:id="rId2"/>
    <p:sldLayoutId id="2147483694" r:id="rId3"/>
    <p:sldLayoutId id="2147483696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7355" userDrawn="1">
          <p15:clr>
            <a:srgbClr val="F26B43"/>
          </p15:clr>
        </p15:guide>
        <p15:guide id="4" pos="325" userDrawn="1">
          <p15:clr>
            <a:srgbClr val="F26B43"/>
          </p15:clr>
        </p15:guide>
        <p15:guide id="5" orient="horz" pos="300" userDrawn="1">
          <p15:clr>
            <a:srgbClr val="F26B43"/>
          </p15:clr>
        </p15:guide>
        <p15:guide id="6" orient="horz" pos="402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94F5ED6-741C-2A48-498A-5AC8773776A5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85600" y="6642100"/>
            <a:ext cx="849376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A" sz="100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 - مقيد</a:t>
            </a:r>
          </a:p>
        </p:txBody>
      </p:sp>
    </p:spTree>
    <p:extLst>
      <p:ext uri="{BB962C8B-B14F-4D97-AF65-F5344CB8AC3E}">
        <p14:creationId xmlns:p14="http://schemas.microsoft.com/office/powerpoint/2010/main" val="2055054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98" r:id="rId2"/>
    <p:sldLayoutId id="2147483699" r:id="rId3"/>
    <p:sldLayoutId id="2147483669" r:id="rId4"/>
    <p:sldLayoutId id="2147483697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7355" userDrawn="1">
          <p15:clr>
            <a:srgbClr val="F26B43"/>
          </p15:clr>
        </p15:guide>
        <p15:guide id="4" pos="325" userDrawn="1">
          <p15:clr>
            <a:srgbClr val="F26B43"/>
          </p15:clr>
        </p15:guide>
        <p15:guide id="5" orient="horz" pos="300" userDrawn="1">
          <p15:clr>
            <a:srgbClr val="F26B43"/>
          </p15:clr>
        </p15:guide>
        <p15:guide id="6" orient="horz" pos="402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AEE0968-74E9-A2BD-BE6E-03B338C39BA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85600" y="6642100"/>
            <a:ext cx="849376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A" sz="100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 - مقيد</a:t>
            </a:r>
          </a:p>
        </p:txBody>
      </p:sp>
    </p:spTree>
    <p:extLst>
      <p:ext uri="{BB962C8B-B14F-4D97-AF65-F5344CB8AC3E}">
        <p14:creationId xmlns:p14="http://schemas.microsoft.com/office/powerpoint/2010/main" val="2024390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92" r:id="rId2"/>
    <p:sldLayoutId id="2147483691" r:id="rId3"/>
    <p:sldLayoutId id="2147483690" r:id="rId4"/>
    <p:sldLayoutId id="214748369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7355" userDrawn="1">
          <p15:clr>
            <a:srgbClr val="F26B43"/>
          </p15:clr>
        </p15:guide>
        <p15:guide id="4" pos="325" userDrawn="1">
          <p15:clr>
            <a:srgbClr val="F26B43"/>
          </p15:clr>
        </p15:guide>
        <p15:guide id="5" orient="horz" pos="300" userDrawn="1">
          <p15:clr>
            <a:srgbClr val="F26B43"/>
          </p15:clr>
        </p15:guide>
        <p15:guide id="6" orient="horz" pos="402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930BEA9-A3D0-5A43-5F0F-4CA6BFD13AC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85600" y="6642100"/>
            <a:ext cx="849376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A" sz="1000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 - مقيد</a:t>
            </a:r>
          </a:p>
        </p:txBody>
      </p:sp>
    </p:spTree>
    <p:extLst>
      <p:ext uri="{BB962C8B-B14F-4D97-AF65-F5344CB8AC3E}">
        <p14:creationId xmlns:p14="http://schemas.microsoft.com/office/powerpoint/2010/main" val="1081093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70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7355" userDrawn="1">
          <p15:clr>
            <a:srgbClr val="F26B43"/>
          </p15:clr>
        </p15:guide>
        <p15:guide id="4" pos="325" userDrawn="1">
          <p15:clr>
            <a:srgbClr val="F26B43"/>
          </p15:clr>
        </p15:guide>
        <p15:guide id="5" orient="horz" pos="300" userDrawn="1">
          <p15:clr>
            <a:srgbClr val="F26B43"/>
          </p15:clr>
        </p15:guide>
        <p15:guide id="6" orient="horz" pos="40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75D10-A532-0BC0-C1B7-240E236EF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EFEB72-1C71-7006-1EC2-49F3736A97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ar-SA" dirty="0"/>
              <a:t>التقدم في الأعمال — بطاقة نسك</a:t>
            </a:r>
            <a:endParaRPr lang="en-SA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574059D-D547-33B4-B2BC-C467886532A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ar-SA" dirty="0"/>
              <a:t>مركز معلومات الحج والعمرة · {{H}} · {{G}}</a:t>
            </a:r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38606931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B04A5-6B77-503A-18CA-5063EAA01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4F32FE-2657-2608-B2F5-F6FC9774E2A7}"/>
              </a:ext>
            </a:extLst>
          </p:cNvPr>
          <p:cNvSpPr txBox="1"/>
          <p:nvPr/>
        </p:nvSpPr>
        <p:spPr>
          <a:xfrm>
            <a:off x="731520" y="232324"/>
            <a:ext cx="109371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ar-SA" sz="3200" b="1" dirty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{{T}}</a:t>
            </a:r>
            <a:endParaRPr lang="en-SA" sz="3200" b="1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  <p:txBody>
          <a:bodyPr/>
          <a:lstStyle/>
          <a:p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893223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B04A5-6B77-503A-18CA-5063EAA01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4F32FE-2657-2608-B2F5-F6FC9774E2A7}"/>
              </a:ext>
            </a:extLst>
          </p:cNvPr>
          <p:cNvSpPr txBox="1"/>
          <p:nvPr/>
        </p:nvSpPr>
        <p:spPr>
          <a:xfrm>
            <a:off x="731520" y="232324"/>
            <a:ext cx="109371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ar-SA" sz="3200" b="1" dirty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{{T}}</a:t>
            </a:r>
            <a:endParaRPr lang="en-SA" sz="3200" b="1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  <p:txBody>
          <a:bodyPr/>
          <a:lstStyle/>
          <a:p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893223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B04A5-6B77-503A-18CA-5063EAA01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4F32FE-2657-2608-B2F5-F6FC9774E2A7}"/>
              </a:ext>
            </a:extLst>
          </p:cNvPr>
          <p:cNvSpPr txBox="1"/>
          <p:nvPr/>
        </p:nvSpPr>
        <p:spPr>
          <a:xfrm>
            <a:off x="731520" y="232324"/>
            <a:ext cx="109371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ar-SA" sz="3200" b="1" dirty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{{T}}</a:t>
            </a:r>
            <a:endParaRPr lang="en-SA" sz="3200" b="1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  <p:txBody>
          <a:bodyPr/>
          <a:lstStyle/>
          <a:p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8932238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B04A5-6B77-503A-18CA-5063EAA01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4F32FE-2657-2608-B2F5-F6FC9774E2A7}"/>
              </a:ext>
            </a:extLst>
          </p:cNvPr>
          <p:cNvSpPr txBox="1"/>
          <p:nvPr/>
        </p:nvSpPr>
        <p:spPr>
          <a:xfrm>
            <a:off x="731520" y="232324"/>
            <a:ext cx="109371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ar-SA" sz="3200" b="1" dirty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{{T}}</a:t>
            </a:r>
            <a:endParaRPr lang="en-SA" sz="3200" b="1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  <p:txBody>
          <a:bodyPr/>
          <a:lstStyle/>
          <a:p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8932238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B04A5-6B77-503A-18CA-5063EAA01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4F32FE-2657-2608-B2F5-F6FC9774E2A7}"/>
              </a:ext>
            </a:extLst>
          </p:cNvPr>
          <p:cNvSpPr txBox="1"/>
          <p:nvPr/>
        </p:nvSpPr>
        <p:spPr>
          <a:xfrm>
            <a:off x="731520" y="232324"/>
            <a:ext cx="109371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ar-SA" sz="3200" b="1" dirty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{{T}}</a:t>
            </a:r>
            <a:endParaRPr lang="en-SA" sz="3200" b="1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  <p:txBody>
          <a:bodyPr/>
          <a:lstStyle/>
          <a:p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8932238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B04A5-6B77-503A-18CA-5063EAA01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4F32FE-2657-2608-B2F5-F6FC9774E2A7}"/>
              </a:ext>
            </a:extLst>
          </p:cNvPr>
          <p:cNvSpPr txBox="1"/>
          <p:nvPr/>
        </p:nvSpPr>
        <p:spPr>
          <a:xfrm>
            <a:off x="731520" y="232324"/>
            <a:ext cx="109371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ar-SA" sz="3200" b="1" dirty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{{T}}</a:t>
            </a:r>
            <a:endParaRPr lang="en-SA" sz="3200" b="1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  <p:txBody>
          <a:bodyPr/>
          <a:lstStyle/>
          <a:p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8932238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B04A5-6B77-503A-18CA-5063EAA01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4F32FE-2657-2608-B2F5-F6FC9774E2A7}"/>
              </a:ext>
            </a:extLst>
          </p:cNvPr>
          <p:cNvSpPr txBox="1"/>
          <p:nvPr/>
        </p:nvSpPr>
        <p:spPr>
          <a:xfrm>
            <a:off x="731520" y="232324"/>
            <a:ext cx="109371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ar-SA" sz="3200" b="1" dirty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{{T}}</a:t>
            </a:r>
            <a:endParaRPr lang="en-SA" sz="3200" b="1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  <p:txBody>
          <a:bodyPr/>
          <a:lstStyle/>
          <a:p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8932238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B04A5-6B77-503A-18CA-5063EAA01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4F32FE-2657-2608-B2F5-F6FC9774E2A7}"/>
              </a:ext>
            </a:extLst>
          </p:cNvPr>
          <p:cNvSpPr txBox="1"/>
          <p:nvPr/>
        </p:nvSpPr>
        <p:spPr>
          <a:xfrm>
            <a:off x="731520" y="232324"/>
            <a:ext cx="109371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ar-SA" sz="3200" b="1" dirty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{{T}}</a:t>
            </a:r>
            <a:endParaRPr lang="en-SA" sz="3200" b="1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  <p:txBody>
          <a:bodyPr/>
          <a:lstStyle/>
          <a:p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8932238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B04A5-6B77-503A-18CA-5063EAA01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4F32FE-2657-2608-B2F5-F6FC9774E2A7}"/>
              </a:ext>
            </a:extLst>
          </p:cNvPr>
          <p:cNvSpPr txBox="1"/>
          <p:nvPr/>
        </p:nvSpPr>
        <p:spPr>
          <a:xfrm>
            <a:off x="731520" y="232324"/>
            <a:ext cx="109371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ar-SA" sz="3200" b="1" dirty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{{T}}</a:t>
            </a:r>
            <a:endParaRPr lang="en-SA" sz="3200" b="1" dirty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  <p:txBody>
          <a:bodyPr/>
          <a:lstStyle/>
          <a:p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8932238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2200C-7673-F403-8418-83336D9C8B4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ar-SA" dirty="0"/>
              <a:t>شكرًا</a:t>
            </a:r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1536474294"/>
      </p:ext>
    </p:extLst>
  </p:cSld>
  <p:clrMapOvr>
    <a:masterClrMapping/>
  </p:clrMapOvr>
</p:sld>
</file>

<file path=ppt/theme/theme1.xml><?xml version="1.0" encoding="utf-8"?>
<a:theme xmlns:a="http://schemas.openxmlformats.org/drawingml/2006/main" name="أغلفة">
  <a:themeElements>
    <a:clrScheme name="Custom 2">
      <a:dk1>
        <a:srgbClr val="163E35"/>
      </a:dk1>
      <a:lt1>
        <a:srgbClr val="FFFFFF"/>
      </a:lt1>
      <a:dk2>
        <a:srgbClr val="008263"/>
      </a:dk2>
      <a:lt2>
        <a:srgbClr val="ACC9B8"/>
      </a:lt2>
      <a:accent1>
        <a:srgbClr val="BC8C3D"/>
      </a:accent1>
      <a:accent2>
        <a:srgbClr val="1C3674"/>
      </a:accent2>
      <a:accent3>
        <a:srgbClr val="F0E87B"/>
      </a:accent3>
      <a:accent4>
        <a:srgbClr val="91857F"/>
      </a:accent4>
      <a:accent5>
        <a:srgbClr val="F87C56"/>
      </a:accent5>
      <a:accent6>
        <a:srgbClr val="307FE2"/>
      </a:accent6>
      <a:hlink>
        <a:srgbClr val="C3D7EE"/>
      </a:hlink>
      <a:folHlink>
        <a:srgbClr val="02FF95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3" id="{AC9A0595-21B3-0E48-B13E-FD4F460A243F}" vid="{39EB8639-2133-7A44-BD3F-D63114DD468C}"/>
    </a:ext>
  </a:extLst>
</a:theme>
</file>

<file path=ppt/theme/theme2.xml><?xml version="1.0" encoding="utf-8"?>
<a:theme xmlns:a="http://schemas.openxmlformats.org/drawingml/2006/main" name="فواصل">
  <a:themeElements>
    <a:clrScheme name="Custom 2">
      <a:dk1>
        <a:srgbClr val="163E35"/>
      </a:dk1>
      <a:lt1>
        <a:srgbClr val="FFFFFF"/>
      </a:lt1>
      <a:dk2>
        <a:srgbClr val="008263"/>
      </a:dk2>
      <a:lt2>
        <a:srgbClr val="ACC9B8"/>
      </a:lt2>
      <a:accent1>
        <a:srgbClr val="BC8C3D"/>
      </a:accent1>
      <a:accent2>
        <a:srgbClr val="1C3674"/>
      </a:accent2>
      <a:accent3>
        <a:srgbClr val="F0E87B"/>
      </a:accent3>
      <a:accent4>
        <a:srgbClr val="91857F"/>
      </a:accent4>
      <a:accent5>
        <a:srgbClr val="F87C56"/>
      </a:accent5>
      <a:accent6>
        <a:srgbClr val="307FE2"/>
      </a:accent6>
      <a:hlink>
        <a:srgbClr val="C3D7EE"/>
      </a:hlink>
      <a:folHlink>
        <a:srgbClr val="02FF95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3" id="{AC9A0595-21B3-0E48-B13E-FD4F460A243F}" vid="{42688456-1767-D540-8A5F-71C65D1CAC1F}"/>
    </a:ext>
  </a:extLst>
</a:theme>
</file>

<file path=ppt/theme/theme3.xml><?xml version="1.0" encoding="utf-8"?>
<a:theme xmlns:a="http://schemas.openxmlformats.org/drawingml/2006/main" name="المحتوى">
  <a:themeElements>
    <a:clrScheme name="Custom 2">
      <a:dk1>
        <a:srgbClr val="163E35"/>
      </a:dk1>
      <a:lt1>
        <a:srgbClr val="FFFFFF"/>
      </a:lt1>
      <a:dk2>
        <a:srgbClr val="008263"/>
      </a:dk2>
      <a:lt2>
        <a:srgbClr val="ACC9B8"/>
      </a:lt2>
      <a:accent1>
        <a:srgbClr val="BC8C3D"/>
      </a:accent1>
      <a:accent2>
        <a:srgbClr val="1C3674"/>
      </a:accent2>
      <a:accent3>
        <a:srgbClr val="F0E87B"/>
      </a:accent3>
      <a:accent4>
        <a:srgbClr val="91857F"/>
      </a:accent4>
      <a:accent5>
        <a:srgbClr val="F87C56"/>
      </a:accent5>
      <a:accent6>
        <a:srgbClr val="307FE2"/>
      </a:accent6>
      <a:hlink>
        <a:srgbClr val="C3D7EE"/>
      </a:hlink>
      <a:folHlink>
        <a:srgbClr val="02FF95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3" id="{AC9A0595-21B3-0E48-B13E-FD4F460A243F}" vid="{663A9EEC-E4E0-7E4C-8EC0-E9D868956C56}"/>
    </a:ext>
  </a:extLst>
</a:theme>
</file>

<file path=ppt/theme/theme4.xml><?xml version="1.0" encoding="utf-8"?>
<a:theme xmlns:a="http://schemas.openxmlformats.org/drawingml/2006/main" name="شكرًا">
  <a:themeElements>
    <a:clrScheme name="Custom 2">
      <a:dk1>
        <a:srgbClr val="163E35"/>
      </a:dk1>
      <a:lt1>
        <a:srgbClr val="FFFFFF"/>
      </a:lt1>
      <a:dk2>
        <a:srgbClr val="008263"/>
      </a:dk2>
      <a:lt2>
        <a:srgbClr val="ACC9B8"/>
      </a:lt2>
      <a:accent1>
        <a:srgbClr val="BC8C3D"/>
      </a:accent1>
      <a:accent2>
        <a:srgbClr val="1C3674"/>
      </a:accent2>
      <a:accent3>
        <a:srgbClr val="F0E87B"/>
      </a:accent3>
      <a:accent4>
        <a:srgbClr val="91857F"/>
      </a:accent4>
      <a:accent5>
        <a:srgbClr val="F87C56"/>
      </a:accent5>
      <a:accent6>
        <a:srgbClr val="307FE2"/>
      </a:accent6>
      <a:hlink>
        <a:srgbClr val="C3D7EE"/>
      </a:hlink>
      <a:folHlink>
        <a:srgbClr val="02FF95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3" id="{AC9A0595-21B3-0E48-B13E-FD4F460A243F}" vid="{6F838A17-ACEB-9441-95D8-A0F67FA1B440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56a67e3-6f0f-4510-ab84-900a660224b5">
      <Terms xmlns="http://schemas.microsoft.com/office/infopath/2007/PartnerControls"/>
    </lcf76f155ced4ddcb4097134ff3c332f>
    <TaxCatchAll xmlns="b92b6cb4-6cec-4962-87a9-5880889b824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EB61A379AB15544ADE42E32A3435C99" ma:contentTypeVersion="22" ma:contentTypeDescription="Create a new document." ma:contentTypeScope="" ma:versionID="bd702740591f9270b0bdb585fc8604cd">
  <xsd:schema xmlns:xsd="http://www.w3.org/2001/XMLSchema" xmlns:xs="http://www.w3.org/2001/XMLSchema" xmlns:p="http://schemas.microsoft.com/office/2006/metadata/properties" xmlns:ns2="a56a67e3-6f0f-4510-ab84-900a660224b5" xmlns:ns3="b92b6cb4-6cec-4962-87a9-5880889b8245" targetNamespace="http://schemas.microsoft.com/office/2006/metadata/properties" ma:root="true" ma:fieldsID="6305395975e3b82dc650e6d0f259f9c2" ns2:_="" ns3:_="">
    <xsd:import namespace="a56a67e3-6f0f-4510-ab84-900a660224b5"/>
    <xsd:import namespace="b92b6cb4-6cec-4962-87a9-5880889b82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MediaServiceLocation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56a67e3-6f0f-4510-ab84-900a660224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6" nillable="true" ma:displayName="Length (seconds)" ma:internalName="MediaLengthInSeconds" ma:readOnly="true">
      <xsd:simpleType>
        <xsd:restriction base="dms:Unknown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e9f499d7-344e-4826-9a25-c6eb6841f74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2b6cb4-6cec-4962-87a9-5880889b8245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3422e7cd-04cf-4f94-a5d1-f1a234b1fdcd}" ma:internalName="TaxCatchAll" ma:showField="CatchAllData" ma:web="b92b6cb4-6cec-4962-87a9-5880889b824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8619CCB-8845-4FE6-97A7-729870EEC51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28DB729-65EE-474F-AC15-11C638B23ED9}">
  <ds:schemaRefs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a56a67e3-6f0f-4510-ab84-900a660224b5"/>
    <ds:schemaRef ds:uri="http://schemas.microsoft.com/office/2006/documentManagement/types"/>
    <ds:schemaRef ds:uri="http://schemas.microsoft.com/office/infopath/2007/PartnerControls"/>
    <ds:schemaRef ds:uri="b92b6cb4-6cec-4962-87a9-5880889b8245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DC576BCD-062F-44BB-AF79-A18D70D815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56a67e3-6f0f-4510-ab84-900a660224b5"/>
    <ds:schemaRef ds:uri="b92b6cb4-6cec-4962-87a9-5880889b82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Covers</Template>
  <TotalTime>119</TotalTime>
  <Words>360</Words>
  <Application>Microsoft Office PowerPoint</Application>
  <PresentationFormat>Widescreen</PresentationFormat>
  <Paragraphs>39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Wingdings</vt:lpstr>
      <vt:lpstr>Calibri</vt:lpstr>
      <vt:lpstr>IBM Plex Sans Arabic</vt:lpstr>
      <vt:lpstr>Arial</vt:lpstr>
      <vt:lpstr>Abar Mid</vt:lpstr>
      <vt:lpstr>أغلفة</vt:lpstr>
      <vt:lpstr>فواصل</vt:lpstr>
      <vt:lpstr>المحتوى</vt:lpstr>
      <vt:lpstr>شكرًا</vt:lpstr>
      <vt:lpstr>عنوان العرض</vt:lpstr>
      <vt:lpstr>عنوان العرض</vt:lpstr>
      <vt:lpstr>عنوان العرض</vt:lpstr>
      <vt:lpstr>عنوان العرض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شكرًا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Alshammari, Rana M</dc:creator>
  <cp:lastModifiedBy>Kholoud Khalid Alomairi</cp:lastModifiedBy>
  <cp:revision>9</cp:revision>
  <dcterms:created xsi:type="dcterms:W3CDTF">2025-07-07T12:32:21Z</dcterms:created>
  <dcterms:modified xsi:type="dcterms:W3CDTF">2026-04-13T08:44:15Z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0x0101006EB61A379AB15544ADE42E32A3435C99</vt:lpwstr>
  </property>
  <property fmtid="{D5CDD505-2E9C-101B-9397-08002B2CF9AE}" pid="3" name="MSIP_Label_3c662555-8342-48a1-91df-60b8ada0890e_Enabled">
    <vt:lpwstr>true</vt:lpwstr>
  </property>
  <property fmtid="{D5CDD505-2E9C-101B-9397-08002B2CF9AE}" pid="4" name="MSIP_Label_3c662555-8342-48a1-91df-60b8ada0890e_SetDate">
    <vt:lpwstr>2025-07-07T13:04:00Z</vt:lpwstr>
  </property>
  <property fmtid="{D5CDD505-2E9C-101B-9397-08002B2CF9AE}" pid="5" name="MSIP_Label_3c662555-8342-48a1-91df-60b8ada0890e_Method">
    <vt:lpwstr>Standard</vt:lpwstr>
  </property>
  <property fmtid="{D5CDD505-2E9C-101B-9397-08002B2CF9AE}" pid="6" name="MSIP_Label_3c662555-8342-48a1-91df-60b8ada0890e_Name">
    <vt:lpwstr>مقيد - Restricted</vt:lpwstr>
  </property>
  <property fmtid="{D5CDD505-2E9C-101B-9397-08002B2CF9AE}" pid="7" name="MSIP_Label_3c662555-8342-48a1-91df-60b8ada0890e_SiteId">
    <vt:lpwstr>cee277c8-9ceb-4b05-95ef-59d45630412c</vt:lpwstr>
  </property>
  <property fmtid="{D5CDD505-2E9C-101B-9397-08002B2CF9AE}" pid="8" name="MSIP_Label_3c662555-8342-48a1-91df-60b8ada0890e_ActionId">
    <vt:lpwstr>51969330-6bdf-4580-968d-4958eed8b03d</vt:lpwstr>
  </property>
  <property fmtid="{D5CDD505-2E9C-101B-9397-08002B2CF9AE}" pid="9" name="MSIP_Label_3c662555-8342-48a1-91df-60b8ada0890e_ContentBits">
    <vt:lpwstr>2</vt:lpwstr>
  </property>
  <property fmtid="{D5CDD505-2E9C-101B-9397-08002B2CF9AE}" pid="10" name="ClassificationContentMarkingFooterLocations">
    <vt:lpwstr>Covers:3\Dividers:3\Content Slide:3\Thank You Slide:3</vt:lpwstr>
  </property>
  <property fmtid="{D5CDD505-2E9C-101B-9397-08002B2CF9AE}" pid="11" name="ClassificationContentMarkingFooterText">
    <vt:lpwstr>Restricted - مقيد</vt:lpwstr>
  </property>
  <property fmtid="{D5CDD505-2E9C-101B-9397-08002B2CF9AE}" pid="12" name="MediaServiceImageTags">
    <vt:lpwstr/>
  </property>
</Properties>
</file>