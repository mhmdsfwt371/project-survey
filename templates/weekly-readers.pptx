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5"/>
    <p:sldMasterId id="2147483766" r:id="rId7"/>
  </p:sldMasterIdLst>
  <p:notesMasterIdLst>
    <p:notesMasterId r:id="rId71"/>
  </p:notesMasterIdLst>
  <p:sldIdLst>
    <p:sldId id="291" r:id="rId8"/>
    <p:sldId id="2147483646" r:id="rId14"/>
    <p:sldId id="271" r:id="rId19"/>
    <p:sldId id="2147483647" r:id="rId99"/>
    <p:sldId id="256" r:id="rId100"/>
    <p:sldId id="257" r:id="rId101"/>
    <p:sldId id="258" r:id="rId102"/>
    <p:sldId id="259" r:id="rId103"/>
    <p:sldId id="260" r:id="rId104"/>
    <p:sldId id="261" r:id="rId105"/>
    <p:sldId id="2147481617" r:id="rId69"/>
  </p:sldIdLst>
  <p:sldSz cx="18288000" cy="10287000"/>
  <p:notesSz cx="6858000" cy="9144000"/>
  <p:embeddedFontLst>
    <p:embeddedFont>
      <p:font typeface="Abadi" panose="020B0604020104020204" pitchFamily="34" charset="0"/>
      <p:regular r:id="rId72"/>
      <p:bold r:id="rId73"/>
      <p:italic r:id="rId74"/>
      <p:boldItalic r:id="rId75"/>
    </p:embeddedFont>
    <p:embeddedFont>
      <p:font typeface="Abar Mid" panose="020B0604020202020204" charset="0"/>
      <p:regular r:id="rId76"/>
      <p:bold r:id="rId77"/>
    </p:embeddedFont>
    <p:embeddedFont>
      <p:font typeface="Abar Mid Light" panose="020B0604020202020204" charset="-78"/>
      <p:regular r:id="rId78"/>
    </p:embeddedFont>
    <p:embeddedFont>
      <p:font typeface="Abar Mid SemiBold" panose="020B0604020202020204" charset="-78"/>
      <p:regular r:id="rId79"/>
      <p:bold r:id="rId80"/>
    </p:embeddedFont>
    <p:embeddedFont>
      <p:font typeface="Alexandria" panose="020B0604020202020204" charset="-78"/>
      <p:regular r:id="rId81"/>
      <p:bold r:id="rId82"/>
    </p:embeddedFont>
    <p:embeddedFont>
      <p:font typeface="Alexandria Black" panose="020B0604020202020204" charset="-78"/>
      <p:bold r:id="rId83"/>
    </p:embeddedFont>
    <p:embeddedFont>
      <p:font typeface="Cairo" panose="020B0604020202020204" charset="-78"/>
      <p:regular r:id="rId84"/>
      <p:bold r:id="rId85"/>
    </p:embeddedFont>
    <p:embeddedFont>
      <p:font typeface="Cairo Bold" panose="020B0604020202020204" charset="-78"/>
      <p:bold r:id="rId86"/>
    </p:embeddedFont>
    <p:embeddedFont>
      <p:font typeface="DIN Next LT Arabic" panose="020B0503020203050203" pitchFamily="34" charset="-78"/>
      <p:regular r:id="rId87"/>
      <p:bold r:id="rId88"/>
    </p:embeddedFont>
    <p:embeddedFont>
      <p:font typeface="Open Sans Extrabold" panose="020B0906030804020204" pitchFamily="34" charset="0"/>
      <p:bold r:id="rId89"/>
      <p:boldItalic r:id="rId90"/>
    </p:embeddedFont>
    <p:embeddedFont>
      <p:font typeface="Sakkal Majalla" panose="02000000000000000000" pitchFamily="2" charset="-78"/>
      <p:regular r:id="rId91"/>
      <p:bold r:id="rId92"/>
    </p:embeddedFont>
    <p:embeddedFont>
      <p:font typeface="Webdings" panose="05030102010509060703" pitchFamily="18" charset="2"/>
      <p:regular r:id="rId9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5C8604-3C60-9F8B-36F6-EA4C14841ADA}" name="maryam alsulimany" initials="ma" userId="5dcce3fde0b04920" providerId="Windows Live"/>
  <p188:author id="{21DFBA64-1633-0BFE-8AE6-41E55B97E7D1}" name="Muteb G. Alkamis متعب غانم آل خميس" initials="MA" userId="S::MKHAMES@ELM.SA::c2a52bce-fe06-4910-8b0f-451622614c0b" providerId="AD"/>
  <p188:author id="{5E4EE0C0-857A-C829-8BD2-42ED487AA9ED}" name="Vian Abdulaziz Mohammad Malibari" initials="VM" userId="S::vmalibari@elm.sa::6afa9ec1-027f-46b1-ba22-db7c0f47df6c" providerId="AD"/>
  <p188:author id="{AA13E5F1-80FE-578D-F438-D75E16DD441A}" name="Duaa Mohammed Abbass Bakkar" initials="DA" userId="S::DBAKKAR@ELM.SA::a5f73675-2112-45e1-a7be-5059b529f9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562"/>
    <a:srgbClr val="035F49"/>
    <a:srgbClr val="573A24"/>
    <a:srgbClr val="000000"/>
    <a:srgbClr val="174766"/>
    <a:srgbClr val="C2986B"/>
    <a:srgbClr val="F0F0F0"/>
    <a:srgbClr val="004543"/>
    <a:srgbClr val="A95427"/>
    <a:srgbClr val="F7F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5097" autoAdjust="0"/>
  </p:normalViewPr>
  <p:slideViewPr>
    <p:cSldViewPr>
      <p:cViewPr varScale="1">
        <p:scale>
          <a:sx n="64" d="100"/>
          <a:sy n="64" d="100"/>
        </p:scale>
        <p:origin x="173" y="82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21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84" Type="http://schemas.openxmlformats.org/officeDocument/2006/relationships/font" Target="fonts/font13.fntdata"/><Relationship Id="rId89" Type="http://schemas.openxmlformats.org/officeDocument/2006/relationships/font" Target="fonts/font18.fntdata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Master" Target="slideMasters/slideMaster1.xml"/><Relationship Id="rId90" Type="http://schemas.openxmlformats.org/officeDocument/2006/relationships/font" Target="fonts/font19.fntdata"/><Relationship Id="rId95" Type="http://schemas.openxmlformats.org/officeDocument/2006/relationships/viewProps" Target="viewProps.xml"/><Relationship Id="rId69" Type="http://schemas.openxmlformats.org/officeDocument/2006/relationships/slide" Target="slides/slide62.xml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3" Type="http://schemas.openxmlformats.org/officeDocument/2006/relationships/customXml" Target="../customXml/item3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font" Target="fonts/font17.fntdata"/><Relationship Id="rId91" Type="http://schemas.openxmlformats.org/officeDocument/2006/relationships/font" Target="fonts/font20.fntdata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94" Type="http://schemas.openxmlformats.org/officeDocument/2006/relationships/presProps" Target="presProps.xml"/><Relationship Id="rId4" Type="http://schemas.openxmlformats.org/officeDocument/2006/relationships/customXml" Target="../customXml/item4.xml"/><Relationship Id="rId76" Type="http://schemas.openxmlformats.org/officeDocument/2006/relationships/font" Target="fonts/font5.fntdata"/><Relationship Id="rId97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71" Type="http://schemas.openxmlformats.org/officeDocument/2006/relationships/notesMaster" Target="notesMasters/notesMaster1.xml"/><Relationship Id="rId92" Type="http://schemas.openxmlformats.org/officeDocument/2006/relationships/font" Target="fonts/font21.fntdata"/><Relationship Id="rId2" Type="http://schemas.openxmlformats.org/officeDocument/2006/relationships/customXml" Target="../customXml/item2.xml"/><Relationship Id="rId87" Type="http://schemas.openxmlformats.org/officeDocument/2006/relationships/font" Target="fonts/font16.fntdata"/><Relationship Id="rId82" Type="http://schemas.openxmlformats.org/officeDocument/2006/relationships/font" Target="fonts/font11.fntdata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77" Type="http://schemas.openxmlformats.org/officeDocument/2006/relationships/font" Target="fonts/font6.fntdata"/><Relationship Id="rId8" Type="http://schemas.openxmlformats.org/officeDocument/2006/relationships/slide" Target="slides/slide1.xml"/><Relationship Id="rId72" Type="http://schemas.openxmlformats.org/officeDocument/2006/relationships/font" Target="fonts/font1.fntdata"/><Relationship Id="rId93" Type="http://schemas.openxmlformats.org/officeDocument/2006/relationships/font" Target="fonts/font22.fntdata"/><Relationship Id="rId98" Type="http://schemas.microsoft.com/office/2018/10/relationships/authors" Target="authors.xml"/>  <Relationship Id="rId99" Type="http://schemas.openxmlformats.org/officeDocument/2006/relationships/slide" Target="slides/slide63.xml"/>
  <Relationship Id="rId100" Type="http://schemas.openxmlformats.org/officeDocument/2006/relationships/slide" Target="slides/slide64.xml"/>
  <Relationship Id="rId101" Type="http://schemas.openxmlformats.org/officeDocument/2006/relationships/slide" Target="slides/slide65.xml"/>
  <Relationship Id="rId102" Type="http://schemas.openxmlformats.org/officeDocument/2006/relationships/slide" Target="slides/slide66.xml"/>
  <Relationship Id="rId103" Type="http://schemas.openxmlformats.org/officeDocument/2006/relationships/slide" Target="slides/slide67.xml"/>
  <Relationship Id="rId104" Type="http://schemas.openxmlformats.org/officeDocument/2006/relationships/slide" Target="slides/slide68.xml"/>
  <Relationship Id="rId105" Type="http://schemas.openxmlformats.org/officeDocument/2006/relationships/slide" Target="slides/slide6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15F98-7C4A-8047-A203-AAB637D8E4A1}" type="datetimeFigureOut">
              <a:rPr lang="en-SA" smtClean="0"/>
              <a:t>04/22/2026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180A4-5431-1E42-BDE8-D8C465736EBE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77722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B7263-5845-443F-AFA2-8103E5D433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3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9993-5257-D822-B340-A0E4A105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1D461-88F5-FEAB-AAE9-8F3E1F3AF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E9958-A949-1607-3ECF-133893CB6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059BB-0B84-9163-B789-3102062F4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180A4-5431-1E42-BDE8-D8C465736EBE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34197984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7.sv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1146F-D842-ADA9-866C-1FFBEDE2D6F7}"/>
              </a:ext>
            </a:extLst>
          </p:cNvPr>
          <p:cNvSpPr/>
          <p:nvPr userDrawn="1"/>
        </p:nvSpPr>
        <p:spPr>
          <a:xfrm>
            <a:off x="0" y="0"/>
            <a:ext cx="18440400" cy="10403853"/>
          </a:xfrm>
          <a:prstGeom prst="rect">
            <a:avLst/>
          </a:prstGeom>
          <a:solidFill>
            <a:srgbClr val="F6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371600" rtl="0" eaLnBrk="1" latinLnBrk="0" hangingPunct="1"/>
            <a:endParaRPr lang="en-SA" sz="2700">
              <a:ln>
                <a:noFill/>
              </a:ln>
              <a:solidFill>
                <a:srgbClr val="FDFDF2"/>
              </a:solidFill>
            </a:endParaRPr>
          </a:p>
        </p:txBody>
      </p:sp>
      <p:pic>
        <p:nvPicPr>
          <p:cNvPr id="2" name="Picture 1" descr="A person holding a identification card  AI-generated content may be incorrect.">
            <a:extLst>
              <a:ext uri="{FF2B5EF4-FFF2-40B4-BE49-F238E27FC236}">
                <a16:creationId xmlns:a16="http://schemas.microsoft.com/office/drawing/2014/main" id="{18DF9ADA-74D1-28DA-E19F-C88C30D1A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-3334" y="0"/>
            <a:ext cx="18427838" cy="103727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30E4146-FADA-DD3C-C32F-942155881A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8641" y="3931380"/>
            <a:ext cx="13716000" cy="1384995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9000" b="1" i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/>
              <a:t>عنوان العرض</a:t>
            </a:r>
            <a:endParaRPr lang="en-SA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457EA22-6F16-0531-22C6-EC4FEC3F40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38641" y="5611472"/>
            <a:ext cx="13716000" cy="5539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 rtl="1">
              <a:buNone/>
              <a:defRPr sz="3600" b="0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ar-SA"/>
              <a:t>عنوان فرعي</a:t>
            </a:r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1613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8B26C4-AD5A-714E-924A-90387B0EA7AD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7A5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371600" rtl="1" eaLnBrk="1" latinLnBrk="0" hangingPunct="1"/>
            <a:endParaRPr lang="en-SA" sz="2700">
              <a:ln>
                <a:noFill/>
              </a:ln>
              <a:solidFill>
                <a:srgbClr val="FDFDF2"/>
              </a:solidFill>
            </a:endParaRPr>
          </a:p>
        </p:txBody>
      </p:sp>
      <p:pic>
        <p:nvPicPr>
          <p:cNvPr id="7" name="Picture 6" descr="A group of people in white robes with Kaaba in the background  AI-generated content may be incorrect.">
            <a:extLst>
              <a:ext uri="{FF2B5EF4-FFF2-40B4-BE49-F238E27FC236}">
                <a16:creationId xmlns:a16="http://schemas.microsoft.com/office/drawing/2014/main" id="{41A9635F-EEE5-CD06-0A78-6CC9F8AD1D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5"/>
          <a:stretch>
            <a:fillRect/>
          </a:stretch>
        </p:blipFill>
        <p:spPr>
          <a:xfrm>
            <a:off x="0" y="-81218"/>
            <a:ext cx="18288000" cy="103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032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CFD15E-7873-FACB-BF9A-1F47FD0D9DB2}"/>
              </a:ext>
            </a:extLst>
          </p:cNvPr>
          <p:cNvSpPr/>
          <p:nvPr userDrawn="1"/>
        </p:nvSpPr>
        <p:spPr>
          <a:xfrm>
            <a:off x="0" y="946597"/>
            <a:ext cx="18288000" cy="9340404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371600" rtl="1" eaLnBrk="1" latinLnBrk="0" hangingPunct="1"/>
            <a:endParaRPr lang="en-SA" sz="270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5D69D43-26B4-8478-2AF8-AF025BE31D67}"/>
              </a:ext>
            </a:extLst>
          </p:cNvPr>
          <p:cNvSpPr txBox="1">
            <a:spLocks/>
          </p:cNvSpPr>
          <p:nvPr userDrawn="1"/>
        </p:nvSpPr>
        <p:spPr>
          <a:xfrm>
            <a:off x="16133444" y="9572626"/>
            <a:ext cx="1380647" cy="213632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sz="1500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sz="1500" b="0" i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FE90E-8AF1-0DB5-29F0-1D1F96637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2888" y="9599000"/>
            <a:ext cx="12321270" cy="68579"/>
          </a:xfrm>
          <a:prstGeom prst="rect">
            <a:avLst/>
          </a:prstGeom>
        </p:spPr>
      </p:pic>
      <p:grpSp>
        <p:nvGrpSpPr>
          <p:cNvPr id="12" name="Graphic 5">
            <a:extLst>
              <a:ext uri="{FF2B5EF4-FFF2-40B4-BE49-F238E27FC236}">
                <a16:creationId xmlns:a16="http://schemas.microsoft.com/office/drawing/2014/main" id="{5D78FA9A-90D8-7B6F-92BE-603F77B5068E}"/>
              </a:ext>
            </a:extLst>
          </p:cNvPr>
          <p:cNvGrpSpPr/>
          <p:nvPr userDrawn="1"/>
        </p:nvGrpSpPr>
        <p:grpSpPr>
          <a:xfrm>
            <a:off x="17137438" y="402536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6559119-D4D3-1FC9-795F-3D1784E0925A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algn="r" defTabSz="1371669" rtl="1" eaLnBrk="1" latinLnBrk="0" hangingPunct="1"/>
              <a:endParaRPr lang="en-SA" sz="2700">
                <a:solidFill>
                  <a:srgbClr val="163E35"/>
                </a:solidFill>
                <a:latin typeface="Aptos" panose="02110004020202020204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4F823D2E-9795-1CE9-5ED2-72823BD57CE3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algn="r" defTabSz="1371669" rtl="1" eaLnBrk="1" latinLnBrk="0" hangingPunct="1"/>
              <a:endParaRPr lang="en-SA" sz="2700">
                <a:solidFill>
                  <a:srgbClr val="163E35"/>
                </a:solidFill>
                <a:latin typeface="Aptos" panose="02110004020202020204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325A3C9-5E28-9E5F-222A-AD3EB559FA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 rot="16200000">
            <a:off x="-2429560" y="3119142"/>
            <a:ext cx="8747583" cy="3694940"/>
          </a:xfrm>
          <a:prstGeom prst="rect">
            <a:avLst/>
          </a:prstGeom>
        </p:spPr>
      </p:pic>
      <p:pic>
        <p:nvPicPr>
          <p:cNvPr id="7" name="رسم 9">
            <a:extLst>
              <a:ext uri="{FF2B5EF4-FFF2-40B4-BE49-F238E27FC236}">
                <a16:creationId xmlns:a16="http://schemas.microsoft.com/office/drawing/2014/main" id="{EB88B655-F22D-9B0E-9899-CDDBE0E509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907" y="266700"/>
            <a:ext cx="3618690" cy="51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195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83BF2E-9A86-9A23-8801-A2CD1AE21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371600" rtl="1" eaLnBrk="1" latinLnBrk="0" hangingPunct="1"/>
            <a:endParaRPr lang="en-SA" sz="2700">
              <a:ln>
                <a:noFill/>
              </a:ln>
              <a:solidFill>
                <a:srgbClr val="FDFDF2"/>
              </a:solidFill>
            </a:endParaRPr>
          </a:p>
        </p:txBody>
      </p:sp>
      <p:pic>
        <p:nvPicPr>
          <p:cNvPr id="5" name="Picture 4" descr="A room with many servers  AI-generated content may be incorrect.">
            <a:extLst>
              <a:ext uri="{FF2B5EF4-FFF2-40B4-BE49-F238E27FC236}">
                <a16:creationId xmlns:a16="http://schemas.microsoft.com/office/drawing/2014/main" id="{5A50D60F-E26B-2007-3773-15A6681452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10000"/>
          </a:blip>
          <a:stretch>
            <a:fillRect/>
          </a:stretch>
        </p:blipFill>
        <p:spPr>
          <a:xfrm>
            <a:off x="0" y="-1"/>
            <a:ext cx="18288000" cy="102616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44B7516-8472-2EDD-B547-7E7262611F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38400" y="4399065"/>
            <a:ext cx="13716000" cy="1384995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algn="r" rtl="1">
              <a:defRPr sz="9000" b="1" i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defRPr>
            </a:lvl1pPr>
          </a:lstStyle>
          <a:p>
            <a:r>
              <a:rPr lang="ar-SA"/>
              <a:t>شكرًا</a:t>
            </a:r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125212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CFD15E-7873-FACB-BF9A-1F47FD0D9DB2}"/>
              </a:ext>
            </a:extLst>
          </p:cNvPr>
          <p:cNvSpPr/>
          <p:nvPr userDrawn="1"/>
        </p:nvSpPr>
        <p:spPr>
          <a:xfrm>
            <a:off x="0" y="0"/>
            <a:ext cx="18288000" cy="10287001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371600" rtl="1" eaLnBrk="1" latinLnBrk="0" hangingPunct="1"/>
            <a:endParaRPr lang="en-SA" sz="270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5D69D43-26B4-8478-2AF8-AF025BE31D67}"/>
              </a:ext>
            </a:extLst>
          </p:cNvPr>
          <p:cNvSpPr txBox="1">
            <a:spLocks/>
          </p:cNvSpPr>
          <p:nvPr userDrawn="1"/>
        </p:nvSpPr>
        <p:spPr>
          <a:xfrm>
            <a:off x="-457200" y="9806668"/>
            <a:ext cx="1380647" cy="213632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sz="1500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sz="1500" b="0" i="0" dirty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FE90E-8AF1-0DB5-29F0-1D1F96637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2589" y="9821692"/>
            <a:ext cx="16399611" cy="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4510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CFD15E-7873-FACB-BF9A-1F47FD0D9DB2}"/>
              </a:ext>
            </a:extLst>
          </p:cNvPr>
          <p:cNvSpPr/>
          <p:nvPr userDrawn="1"/>
        </p:nvSpPr>
        <p:spPr>
          <a:xfrm>
            <a:off x="0" y="946597"/>
            <a:ext cx="18288000" cy="9340404"/>
          </a:xfrm>
          <a:prstGeom prst="rect">
            <a:avLst/>
          </a:prstGeom>
          <a:solidFill>
            <a:srgbClr val="FB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371600" rtl="1" eaLnBrk="1" latinLnBrk="0" hangingPunct="1"/>
            <a:endParaRPr lang="en-SA" sz="2700">
              <a:ln>
                <a:noFill/>
              </a:ln>
              <a:solidFill>
                <a:srgbClr val="FDFDF2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5D69D43-26B4-8478-2AF8-AF025BE31D67}"/>
              </a:ext>
            </a:extLst>
          </p:cNvPr>
          <p:cNvSpPr txBox="1">
            <a:spLocks/>
          </p:cNvSpPr>
          <p:nvPr userDrawn="1"/>
        </p:nvSpPr>
        <p:spPr>
          <a:xfrm>
            <a:off x="16133444" y="9572626"/>
            <a:ext cx="1380647" cy="213632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0CA8B97-79F7-4841-B144-26FBE5AC4C5B}" type="slidenum">
              <a:rPr lang="en-US" sz="1500" b="0" i="0" smtClean="0">
                <a:solidFill>
                  <a:srgbClr val="000000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pPr algn="r"/>
              <a:t>‹#›</a:t>
            </a:fld>
            <a:endParaRPr lang="en-SA" sz="1500" b="0" i="0">
              <a:solidFill>
                <a:srgbClr val="000000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96DD3B4-5D6D-B3E3-1C73-A91F3D8E5A92}"/>
              </a:ext>
            </a:extLst>
          </p:cNvPr>
          <p:cNvSpPr txBox="1">
            <a:spLocks/>
          </p:cNvSpPr>
          <p:nvPr userDrawn="1"/>
        </p:nvSpPr>
        <p:spPr>
          <a:xfrm>
            <a:off x="773907" y="9572626"/>
            <a:ext cx="4114800" cy="213632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SA"/>
            </a:defPPr>
            <a:lvl1pPr marL="0" algn="l" defTabSz="914400" rtl="0" eaLnBrk="1" latinLnBrk="0" hangingPunct="1">
              <a:defRPr sz="1000" kern="1200">
                <a:solidFill>
                  <a:schemeClr val="bg2"/>
                </a:solidFill>
                <a:latin typeface="Readex Pro Deca" pitchFamily="2" charset="-78"/>
                <a:ea typeface="+mn-ea"/>
                <a:cs typeface="Readex Pro Deca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54764D-8EAB-8748-B28F-B728A3A9CA58}" type="datetime2">
              <a:rPr lang="en-US" sz="1500" b="0" i="0" smtClean="0">
                <a:solidFill>
                  <a:srgbClr val="D7A562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Wednesday, April 22, 2026</a:t>
            </a:fld>
            <a:endParaRPr lang="en-SA" sz="1500" b="0" i="0">
              <a:solidFill>
                <a:srgbClr val="D7A562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1FE90E-8AF1-0DB5-29F0-1D1F96637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42888" y="9599000"/>
            <a:ext cx="12321270" cy="6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0137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10119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39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.xml"/><Relationship Id="rId53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41" Type="http://schemas.openxmlformats.org/officeDocument/2006/relationships/slideLayout" Target="../slideLayouts/slideLayout41.xml"/></Relationships>
</file>

<file path=ppt/slideMasters/_rels/slideMaster3.xml.rels><?xml version="1.0" encoding="UTF-8" standalone="yes"?>
<Relationships xmlns="http://schemas.openxmlformats.org/package/2006/relationships"><Relationship Id="rId39" Type="http://schemas.openxmlformats.org/officeDocument/2006/relationships/slideLayout" Target="../slideLayouts/slideLayout104.xml"/><Relationship Id="rId42" Type="http://schemas.openxmlformats.org/officeDocument/2006/relationships/theme" Target="../theme/theme3.xml"/><Relationship Id="rId41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  <p:sldLayoutId id="2147483685" r:id="rId9"/>
    <p:sldLayoutId id="2147483677" r:id="rId39"/>
    <p:sldLayoutId id="2147483689" r:id="rId41"/>
  </p:sldLayoutIdLst>
  <p:txStyles>
    <p:titleStyle>
      <a:lvl1pPr algn="ctr" defTabSz="91441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4" indent="-342904" algn="l" defTabSz="91441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9" indent="-285753" algn="l" defTabSz="91441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08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1"/>
    <p:sldLayoutId id="2147483805" r:id="rId39"/>
    <p:sldLayoutId id="2147483807" r:id="rId41"/>
  </p:sldLayoutIdLst>
  <p:txStyles>
    <p:titleStyle>
      <a:lvl1pPr algn="ctr" defTabSz="91441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4" indent="-342904" algn="l" defTabSz="91441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9" indent="-285753" algn="l" defTabSz="91441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emf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41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75D10-A532-0BC0-C1B7-240E236EF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EFEB72-1C71-7006-1EC2-49F3736A9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1375" y="3930168"/>
            <a:ext cx="13716000" cy="1107996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ar-SA" sz="7200" dirty="0">
                <a:solidFill>
                  <a:srgbClr val="004543"/>
                </a:solidFill>
              </a:rPr>
              <a:t>التقدم في الأعمال</a:t>
            </a:r>
            <a:endParaRPr lang="en-SA" sz="7200" dirty="0">
              <a:solidFill>
                <a:srgbClr val="00454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161A0-6277-5868-1816-8DDABCFC196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741375" y="5342051"/>
            <a:ext cx="13716000" cy="512448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 algn="ctr" rtl="1">
              <a:buNone/>
            </a:pPr>
            <a:r>
              <a:rPr lang="ar-SA" b="1" dirty="0">
                <a:solidFill>
                  <a:srgbClr val="174766"/>
                </a:solidFill>
                <a:latin typeface="Abar Mid SemiBold" pitchFamily="2" charset="-78"/>
                <a:ea typeface="Abar Mid SemiBold" pitchFamily="2" charset="-78"/>
                <a:cs typeface="Abar Mid SemiBold" pitchFamily="2" charset="-78"/>
              </a:rPr>
              <a:t>بطاقة نسك</a:t>
            </a:r>
            <a:endParaRPr lang="en-US" b="1" dirty="0">
              <a:solidFill>
                <a:srgbClr val="174766"/>
              </a:solidFill>
              <a:latin typeface="Abar Mid SemiBold" pitchFamily="2" charset="-78"/>
              <a:ea typeface="Abar Mid SemiBold" pitchFamily="2" charset="-78"/>
              <a:cs typeface="Abar Mid SemiBold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B1BF5-D9B5-2A86-A0E3-A4ED5520B6B4}"/>
              </a:ext>
            </a:extLst>
          </p:cNvPr>
          <p:cNvSpPr txBox="1"/>
          <p:nvPr/>
        </p:nvSpPr>
        <p:spPr>
          <a:xfrm>
            <a:off x="6165110" y="7389031"/>
            <a:ext cx="68685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ar-SA" sz="2700" kern="0" dirty="0">
                <a:solidFill>
                  <a:srgbClr val="87432B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مركز معلومات الحج والعمرة </a:t>
            </a:r>
            <a:endParaRPr lang="en-US" sz="2700" dirty="0">
              <a:solidFill>
                <a:srgbClr val="87432B"/>
              </a:solidFill>
              <a:latin typeface="Abar Mid" pitchFamily="2" charset="-78"/>
              <a:ea typeface="Abar Mid" pitchFamily="2" charset="-78"/>
              <a:cs typeface="Abar Mid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E9356-490A-93E7-39E8-8C355FEE8F1E}"/>
              </a:ext>
            </a:extLst>
          </p:cNvPr>
          <p:cNvSpPr txBox="1"/>
          <p:nvPr/>
        </p:nvSpPr>
        <p:spPr>
          <a:xfrm>
            <a:off x="7466968" y="7943029"/>
            <a:ext cx="42648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2400" spc="450" dirty="0">
                <a:solidFill>
                  <a:srgbClr val="87432B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{{H}}</a:t>
            </a:r>
            <a:br>
              <a:rPr lang="en-US" sz="2400" spc="450" dirty="0">
                <a:solidFill>
                  <a:srgbClr val="87432B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</a:br>
            <a:r>
              <a:rPr lang="en-US" sz="2400" spc="450" dirty="0">
                <a:solidFill>
                  <a:srgbClr val="87432B"/>
                </a:solidFill>
                <a:latin typeface="Abar Mid" pitchFamily="2" charset="-78"/>
                <a:ea typeface="Abar Mid" pitchFamily="2" charset="-78"/>
                <a:cs typeface="Abar Mid" pitchFamily="2" charset="-78"/>
              </a:rPr>
              <a:t>{{G}}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23F72221-F3A8-44A9-0689-306AD5873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56" y="9178289"/>
            <a:ext cx="639741" cy="1015095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963B3EBE-3D52-2EC1-4B0C-5A07BA399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8745" y="1419278"/>
            <a:ext cx="3721262" cy="1131993"/>
          </a:xfrm>
          <a:prstGeom prst="rect">
            <a:avLst/>
          </a:prstGeom>
        </p:spPr>
      </p:pic>
      <p:grpSp>
        <p:nvGrpSpPr>
          <p:cNvPr id="163" name="Graphic 148">
            <a:extLst>
              <a:ext uri="{FF2B5EF4-FFF2-40B4-BE49-F238E27FC236}">
                <a16:creationId xmlns:a16="http://schemas.microsoft.com/office/drawing/2014/main" id="{FF24E854-2566-7A51-7756-F95DF750AB22}"/>
              </a:ext>
            </a:extLst>
          </p:cNvPr>
          <p:cNvGrpSpPr/>
          <p:nvPr/>
        </p:nvGrpSpPr>
        <p:grpSpPr>
          <a:xfrm rot="5400000">
            <a:off x="12820857" y="4883075"/>
            <a:ext cx="10372725" cy="700346"/>
            <a:chOff x="25488" y="99790"/>
            <a:chExt cx="12250611" cy="621439"/>
          </a:xfrm>
          <a:solidFill>
            <a:srgbClr val="87422A">
              <a:alpha val="3000"/>
            </a:srgbClr>
          </a:solidFill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0D73131-5321-83CD-7C4A-9643B35ACAB0}"/>
                </a:ext>
              </a:extLst>
            </p:cNvPr>
            <p:cNvSpPr/>
            <p:nvPr/>
          </p:nvSpPr>
          <p:spPr>
            <a:xfrm>
              <a:off x="25488" y="611266"/>
              <a:ext cx="12250373" cy="109963"/>
            </a:xfrm>
            <a:prstGeom prst="rect">
              <a:avLst/>
            </a:prstGeom>
            <a:solidFill>
              <a:srgbClr val="87422A">
                <a:alpha val="3000"/>
              </a:srgbClr>
            </a:solidFill>
            <a:ln w="23877" cap="flat">
              <a:noFill/>
              <a:prstDash val="solid"/>
              <a:miter/>
            </a:ln>
          </p:spPr>
          <p:txBody>
            <a:bodyPr/>
            <a:lstStyle/>
            <a:p>
              <a:pPr algn="r" defTabSz="1371600" rtl="1"/>
              <a:endParaRPr lang="en-SA" sz="2700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BC653996-6D1A-740A-B016-D32108273310}"/>
                </a:ext>
              </a:extLst>
            </p:cNvPr>
            <p:cNvSpPr/>
            <p:nvPr/>
          </p:nvSpPr>
          <p:spPr>
            <a:xfrm>
              <a:off x="28550" y="99790"/>
              <a:ext cx="12247549" cy="465633"/>
            </a:xfrm>
            <a:custGeom>
              <a:avLst/>
              <a:gdLst>
                <a:gd name="csX0" fmla="*/ 12247311 w 12247549"/>
                <a:gd name="csY0" fmla="*/ 148685 h 465633"/>
                <a:gd name="csX1" fmla="*/ 12001105 w 12247549"/>
                <a:gd name="csY1" fmla="*/ 304388 h 465633"/>
                <a:gd name="csX2" fmla="*/ 11758719 w 12247549"/>
                <a:gd name="csY2" fmla="*/ 334723 h 465633"/>
                <a:gd name="csX3" fmla="*/ 11688750 w 12247549"/>
                <a:gd name="csY3" fmla="*/ 233528 h 465633"/>
                <a:gd name="csX4" fmla="*/ 11676571 w 12247549"/>
                <a:gd name="csY4" fmla="*/ 232106 h 465633"/>
                <a:gd name="csX5" fmla="*/ 11678243 w 12247549"/>
                <a:gd name="csY5" fmla="*/ 394207 h 465633"/>
                <a:gd name="csX6" fmla="*/ 11669407 w 12247549"/>
                <a:gd name="csY6" fmla="*/ 393970 h 465633"/>
                <a:gd name="csX7" fmla="*/ 11552155 w 12247549"/>
                <a:gd name="csY7" fmla="*/ 359844 h 465633"/>
                <a:gd name="csX8" fmla="*/ 11486006 w 12247549"/>
                <a:gd name="csY8" fmla="*/ 173095 h 465633"/>
                <a:gd name="csX9" fmla="*/ 11572214 w 12247549"/>
                <a:gd name="csY9" fmla="*/ 115743 h 465633"/>
                <a:gd name="csX10" fmla="*/ 11638840 w 12247549"/>
                <a:gd name="csY10" fmla="*/ 177835 h 465633"/>
                <a:gd name="csX11" fmla="*/ 11704750 w 12247549"/>
                <a:gd name="csY11" fmla="*/ 111952 h 465633"/>
                <a:gd name="csX12" fmla="*/ 11586064 w 12247549"/>
                <a:gd name="csY12" fmla="*/ 42276 h 465633"/>
                <a:gd name="csX13" fmla="*/ 11425111 w 12247549"/>
                <a:gd name="csY13" fmla="*/ 132333 h 465633"/>
                <a:gd name="csX14" fmla="*/ 11401947 w 12247549"/>
                <a:gd name="csY14" fmla="*/ 256753 h 465633"/>
                <a:gd name="csX15" fmla="*/ 11381171 w 12247549"/>
                <a:gd name="csY15" fmla="*/ 240400 h 465633"/>
                <a:gd name="csX16" fmla="*/ 11084816 w 12247549"/>
                <a:gd name="csY16" fmla="*/ 51993 h 465633"/>
                <a:gd name="csX17" fmla="*/ 10714432 w 12247549"/>
                <a:gd name="csY17" fmla="*/ 35167 h 465633"/>
                <a:gd name="csX18" fmla="*/ 10714432 w 12247549"/>
                <a:gd name="csY18" fmla="*/ 35167 h 465633"/>
                <a:gd name="csX19" fmla="*/ 10713955 w 12247549"/>
                <a:gd name="csY19" fmla="*/ 35167 h 465633"/>
                <a:gd name="csX20" fmla="*/ 10713716 w 12247549"/>
                <a:gd name="csY20" fmla="*/ 35167 h 465633"/>
                <a:gd name="csX21" fmla="*/ 10376764 w 12247549"/>
                <a:gd name="csY21" fmla="*/ 6491 h 465633"/>
                <a:gd name="csX22" fmla="*/ 10366018 w 12247549"/>
                <a:gd name="csY22" fmla="*/ 1988 h 465633"/>
                <a:gd name="csX23" fmla="*/ 10325422 w 12247549"/>
                <a:gd name="csY23" fmla="*/ 36352 h 465633"/>
                <a:gd name="csX24" fmla="*/ 10191453 w 12247549"/>
                <a:gd name="csY24" fmla="*/ 42513 h 465633"/>
                <a:gd name="csX25" fmla="*/ 10190020 w 12247549"/>
                <a:gd name="csY25" fmla="*/ 46305 h 465633"/>
                <a:gd name="csX26" fmla="*/ 10266437 w 12247549"/>
                <a:gd name="csY26" fmla="*/ 133755 h 465633"/>
                <a:gd name="csX27" fmla="*/ 10239452 w 12247549"/>
                <a:gd name="csY27" fmla="*/ 214095 h 465633"/>
                <a:gd name="csX28" fmla="*/ 10249960 w 12247549"/>
                <a:gd name="csY28" fmla="*/ 220019 h 465633"/>
                <a:gd name="csX29" fmla="*/ 10493062 w 12247549"/>
                <a:gd name="csY29" fmla="*/ 151292 h 465633"/>
                <a:gd name="csX30" fmla="*/ 10542016 w 12247549"/>
                <a:gd name="csY30" fmla="*/ 148448 h 465633"/>
                <a:gd name="csX31" fmla="*/ 10302496 w 12247549"/>
                <a:gd name="csY31" fmla="*/ 304151 h 465633"/>
                <a:gd name="csX32" fmla="*/ 10060111 w 12247549"/>
                <a:gd name="csY32" fmla="*/ 334486 h 465633"/>
                <a:gd name="csX33" fmla="*/ 9990142 w 12247549"/>
                <a:gd name="csY33" fmla="*/ 233291 h 465633"/>
                <a:gd name="csX34" fmla="*/ 9977963 w 12247549"/>
                <a:gd name="csY34" fmla="*/ 231869 h 465633"/>
                <a:gd name="csX35" fmla="*/ 9979634 w 12247549"/>
                <a:gd name="csY35" fmla="*/ 393970 h 465633"/>
                <a:gd name="csX36" fmla="*/ 9970799 w 12247549"/>
                <a:gd name="csY36" fmla="*/ 393733 h 465633"/>
                <a:gd name="csX37" fmla="*/ 9853785 w 12247549"/>
                <a:gd name="csY37" fmla="*/ 359607 h 465633"/>
                <a:gd name="csX38" fmla="*/ 9787636 w 12247549"/>
                <a:gd name="csY38" fmla="*/ 172858 h 465633"/>
                <a:gd name="csX39" fmla="*/ 9874083 w 12247549"/>
                <a:gd name="csY39" fmla="*/ 115506 h 465633"/>
                <a:gd name="csX40" fmla="*/ 9940709 w 12247549"/>
                <a:gd name="csY40" fmla="*/ 177598 h 465633"/>
                <a:gd name="csX41" fmla="*/ 10006619 w 12247549"/>
                <a:gd name="csY41" fmla="*/ 111715 h 465633"/>
                <a:gd name="csX42" fmla="*/ 9887934 w 12247549"/>
                <a:gd name="csY42" fmla="*/ 42039 h 465633"/>
                <a:gd name="csX43" fmla="*/ 9726981 w 12247549"/>
                <a:gd name="csY43" fmla="*/ 132096 h 465633"/>
                <a:gd name="csX44" fmla="*/ 9703817 w 12247549"/>
                <a:gd name="csY44" fmla="*/ 256516 h 465633"/>
                <a:gd name="csX45" fmla="*/ 9683040 w 12247549"/>
                <a:gd name="csY45" fmla="*/ 240164 h 465633"/>
                <a:gd name="csX46" fmla="*/ 9386686 w 12247549"/>
                <a:gd name="csY46" fmla="*/ 51756 h 465633"/>
                <a:gd name="csX47" fmla="*/ 9016302 w 12247549"/>
                <a:gd name="csY47" fmla="*/ 34930 h 465633"/>
                <a:gd name="csX48" fmla="*/ 9016302 w 12247549"/>
                <a:gd name="csY48" fmla="*/ 34930 h 465633"/>
                <a:gd name="csX49" fmla="*/ 9015824 w 12247549"/>
                <a:gd name="csY49" fmla="*/ 34930 h 465633"/>
                <a:gd name="csX50" fmla="*/ 9015585 w 12247549"/>
                <a:gd name="csY50" fmla="*/ 34930 h 465633"/>
                <a:gd name="csX51" fmla="*/ 8678633 w 12247549"/>
                <a:gd name="csY51" fmla="*/ 6254 h 465633"/>
                <a:gd name="csX52" fmla="*/ 8667888 w 12247549"/>
                <a:gd name="csY52" fmla="*/ 1751 h 465633"/>
                <a:gd name="csX53" fmla="*/ 8627291 w 12247549"/>
                <a:gd name="csY53" fmla="*/ 36115 h 465633"/>
                <a:gd name="csX54" fmla="*/ 8493322 w 12247549"/>
                <a:gd name="csY54" fmla="*/ 42276 h 465633"/>
                <a:gd name="csX55" fmla="*/ 8491890 w 12247549"/>
                <a:gd name="csY55" fmla="*/ 46068 h 465633"/>
                <a:gd name="csX56" fmla="*/ 8568306 w 12247549"/>
                <a:gd name="csY56" fmla="*/ 133518 h 465633"/>
                <a:gd name="csX57" fmla="*/ 8541321 w 12247549"/>
                <a:gd name="csY57" fmla="*/ 213858 h 465633"/>
                <a:gd name="csX58" fmla="*/ 8551829 w 12247549"/>
                <a:gd name="csY58" fmla="*/ 219782 h 465633"/>
                <a:gd name="csX59" fmla="*/ 8794692 w 12247549"/>
                <a:gd name="csY59" fmla="*/ 151055 h 465633"/>
                <a:gd name="csX60" fmla="*/ 8843647 w 12247549"/>
                <a:gd name="csY60" fmla="*/ 148211 h 465633"/>
                <a:gd name="csX61" fmla="*/ 8604127 w 12247549"/>
                <a:gd name="csY61" fmla="*/ 303914 h 465633"/>
                <a:gd name="csX62" fmla="*/ 8361742 w 12247549"/>
                <a:gd name="csY62" fmla="*/ 334249 h 465633"/>
                <a:gd name="csX63" fmla="*/ 8291773 w 12247549"/>
                <a:gd name="csY63" fmla="*/ 233054 h 465633"/>
                <a:gd name="csX64" fmla="*/ 8279593 w 12247549"/>
                <a:gd name="csY64" fmla="*/ 231632 h 465633"/>
                <a:gd name="csX65" fmla="*/ 8281265 w 12247549"/>
                <a:gd name="csY65" fmla="*/ 393733 h 465633"/>
                <a:gd name="csX66" fmla="*/ 8272430 w 12247549"/>
                <a:gd name="csY66" fmla="*/ 393496 h 465633"/>
                <a:gd name="csX67" fmla="*/ 8155416 w 12247549"/>
                <a:gd name="csY67" fmla="*/ 359370 h 465633"/>
                <a:gd name="csX68" fmla="*/ 8089267 w 12247549"/>
                <a:gd name="csY68" fmla="*/ 172621 h 465633"/>
                <a:gd name="csX69" fmla="*/ 8175714 w 12247549"/>
                <a:gd name="csY69" fmla="*/ 115269 h 465633"/>
                <a:gd name="csX70" fmla="*/ 8242340 w 12247549"/>
                <a:gd name="csY70" fmla="*/ 177361 h 465633"/>
                <a:gd name="csX71" fmla="*/ 8308250 w 12247549"/>
                <a:gd name="csY71" fmla="*/ 111478 h 465633"/>
                <a:gd name="csX72" fmla="*/ 8189565 w 12247549"/>
                <a:gd name="csY72" fmla="*/ 41802 h 465633"/>
                <a:gd name="csX73" fmla="*/ 8028611 w 12247549"/>
                <a:gd name="csY73" fmla="*/ 131859 h 465633"/>
                <a:gd name="csX74" fmla="*/ 8005447 w 12247549"/>
                <a:gd name="csY74" fmla="*/ 256279 h 465633"/>
                <a:gd name="csX75" fmla="*/ 7984671 w 12247549"/>
                <a:gd name="csY75" fmla="*/ 239927 h 465633"/>
                <a:gd name="csX76" fmla="*/ 7688555 w 12247549"/>
                <a:gd name="csY76" fmla="*/ 51519 h 465633"/>
                <a:gd name="csX77" fmla="*/ 7318171 w 12247549"/>
                <a:gd name="csY77" fmla="*/ 34693 h 465633"/>
                <a:gd name="csX78" fmla="*/ 7318171 w 12247549"/>
                <a:gd name="csY78" fmla="*/ 34693 h 465633"/>
                <a:gd name="csX79" fmla="*/ 7317694 w 12247549"/>
                <a:gd name="csY79" fmla="*/ 34693 h 465633"/>
                <a:gd name="csX80" fmla="*/ 7317455 w 12247549"/>
                <a:gd name="csY80" fmla="*/ 34693 h 465633"/>
                <a:gd name="csX81" fmla="*/ 6980503 w 12247549"/>
                <a:gd name="csY81" fmla="*/ 6017 h 465633"/>
                <a:gd name="csX82" fmla="*/ 6969757 w 12247549"/>
                <a:gd name="csY82" fmla="*/ 1514 h 465633"/>
                <a:gd name="csX83" fmla="*/ 6929161 w 12247549"/>
                <a:gd name="csY83" fmla="*/ 35878 h 465633"/>
                <a:gd name="csX84" fmla="*/ 6795192 w 12247549"/>
                <a:gd name="csY84" fmla="*/ 42039 h 465633"/>
                <a:gd name="csX85" fmla="*/ 6793759 w 12247549"/>
                <a:gd name="csY85" fmla="*/ 45831 h 465633"/>
                <a:gd name="csX86" fmla="*/ 6870176 w 12247549"/>
                <a:gd name="csY86" fmla="*/ 133281 h 465633"/>
                <a:gd name="csX87" fmla="*/ 6843191 w 12247549"/>
                <a:gd name="csY87" fmla="*/ 213621 h 465633"/>
                <a:gd name="csX88" fmla="*/ 6853699 w 12247549"/>
                <a:gd name="csY88" fmla="*/ 219545 h 465633"/>
                <a:gd name="csX89" fmla="*/ 7096561 w 12247549"/>
                <a:gd name="csY89" fmla="*/ 150818 h 465633"/>
                <a:gd name="csX90" fmla="*/ 7145517 w 12247549"/>
                <a:gd name="csY90" fmla="*/ 147974 h 465633"/>
                <a:gd name="csX91" fmla="*/ 6905997 w 12247549"/>
                <a:gd name="csY91" fmla="*/ 303677 h 465633"/>
                <a:gd name="csX92" fmla="*/ 6663612 w 12247549"/>
                <a:gd name="csY92" fmla="*/ 334012 h 465633"/>
                <a:gd name="csX93" fmla="*/ 6593642 w 12247549"/>
                <a:gd name="csY93" fmla="*/ 232817 h 465633"/>
                <a:gd name="csX94" fmla="*/ 6581463 w 12247549"/>
                <a:gd name="csY94" fmla="*/ 231395 h 465633"/>
                <a:gd name="csX95" fmla="*/ 6583134 w 12247549"/>
                <a:gd name="csY95" fmla="*/ 393496 h 465633"/>
                <a:gd name="csX96" fmla="*/ 6574299 w 12247549"/>
                <a:gd name="csY96" fmla="*/ 393259 h 465633"/>
                <a:gd name="csX97" fmla="*/ 6457285 w 12247549"/>
                <a:gd name="csY97" fmla="*/ 359133 h 465633"/>
                <a:gd name="csX98" fmla="*/ 6391137 w 12247549"/>
                <a:gd name="csY98" fmla="*/ 172384 h 465633"/>
                <a:gd name="csX99" fmla="*/ 6477584 w 12247549"/>
                <a:gd name="csY99" fmla="*/ 115032 h 465633"/>
                <a:gd name="csX100" fmla="*/ 6544210 w 12247549"/>
                <a:gd name="csY100" fmla="*/ 177124 h 465633"/>
                <a:gd name="csX101" fmla="*/ 6610119 w 12247549"/>
                <a:gd name="csY101" fmla="*/ 111241 h 465633"/>
                <a:gd name="csX102" fmla="*/ 6491434 w 12247549"/>
                <a:gd name="csY102" fmla="*/ 41565 h 465633"/>
                <a:gd name="csX103" fmla="*/ 6330481 w 12247549"/>
                <a:gd name="csY103" fmla="*/ 131622 h 465633"/>
                <a:gd name="csX104" fmla="*/ 6307317 w 12247549"/>
                <a:gd name="csY104" fmla="*/ 256042 h 465633"/>
                <a:gd name="csX105" fmla="*/ 6286541 w 12247549"/>
                <a:gd name="csY105" fmla="*/ 239690 h 465633"/>
                <a:gd name="csX106" fmla="*/ 5990186 w 12247549"/>
                <a:gd name="csY106" fmla="*/ 51282 h 465633"/>
                <a:gd name="csX107" fmla="*/ 5619802 w 12247549"/>
                <a:gd name="csY107" fmla="*/ 34456 h 465633"/>
                <a:gd name="csX108" fmla="*/ 5619802 w 12247549"/>
                <a:gd name="csY108" fmla="*/ 34456 h 465633"/>
                <a:gd name="csX109" fmla="*/ 5619324 w 12247549"/>
                <a:gd name="csY109" fmla="*/ 34456 h 465633"/>
                <a:gd name="csX110" fmla="*/ 5619085 w 12247549"/>
                <a:gd name="csY110" fmla="*/ 34456 h 465633"/>
                <a:gd name="csX111" fmla="*/ 5282134 w 12247549"/>
                <a:gd name="csY111" fmla="*/ 5780 h 465633"/>
                <a:gd name="csX112" fmla="*/ 5271388 w 12247549"/>
                <a:gd name="csY112" fmla="*/ 1277 h 465633"/>
                <a:gd name="csX113" fmla="*/ 5230791 w 12247549"/>
                <a:gd name="csY113" fmla="*/ 35641 h 465633"/>
                <a:gd name="csX114" fmla="*/ 5096822 w 12247549"/>
                <a:gd name="csY114" fmla="*/ 41802 h 465633"/>
                <a:gd name="csX115" fmla="*/ 5095390 w 12247549"/>
                <a:gd name="csY115" fmla="*/ 45594 h 465633"/>
                <a:gd name="csX116" fmla="*/ 5171807 w 12247549"/>
                <a:gd name="csY116" fmla="*/ 133044 h 465633"/>
                <a:gd name="csX117" fmla="*/ 5144822 w 12247549"/>
                <a:gd name="csY117" fmla="*/ 213384 h 465633"/>
                <a:gd name="csX118" fmla="*/ 5155329 w 12247549"/>
                <a:gd name="csY118" fmla="*/ 219308 h 465633"/>
                <a:gd name="csX119" fmla="*/ 5398192 w 12247549"/>
                <a:gd name="csY119" fmla="*/ 150581 h 465633"/>
                <a:gd name="csX120" fmla="*/ 5447147 w 12247549"/>
                <a:gd name="csY120" fmla="*/ 147737 h 465633"/>
                <a:gd name="csX121" fmla="*/ 5207627 w 12247549"/>
                <a:gd name="csY121" fmla="*/ 303440 h 465633"/>
                <a:gd name="csX122" fmla="*/ 4965242 w 12247549"/>
                <a:gd name="csY122" fmla="*/ 333775 h 465633"/>
                <a:gd name="csX123" fmla="*/ 4895272 w 12247549"/>
                <a:gd name="csY123" fmla="*/ 232580 h 465633"/>
                <a:gd name="csX124" fmla="*/ 4883093 w 12247549"/>
                <a:gd name="csY124" fmla="*/ 231158 h 465633"/>
                <a:gd name="csX125" fmla="*/ 4884765 w 12247549"/>
                <a:gd name="csY125" fmla="*/ 393259 h 465633"/>
                <a:gd name="csX126" fmla="*/ 4875929 w 12247549"/>
                <a:gd name="csY126" fmla="*/ 393022 h 465633"/>
                <a:gd name="csX127" fmla="*/ 4758916 w 12247549"/>
                <a:gd name="csY127" fmla="*/ 358896 h 465633"/>
                <a:gd name="csX128" fmla="*/ 4692767 w 12247549"/>
                <a:gd name="csY128" fmla="*/ 172147 h 465633"/>
                <a:gd name="csX129" fmla="*/ 4779214 w 12247549"/>
                <a:gd name="csY129" fmla="*/ 114795 h 465633"/>
                <a:gd name="csX130" fmla="*/ 4845840 w 12247549"/>
                <a:gd name="csY130" fmla="*/ 176887 h 465633"/>
                <a:gd name="csX131" fmla="*/ 4911750 w 12247549"/>
                <a:gd name="csY131" fmla="*/ 111004 h 465633"/>
                <a:gd name="csX132" fmla="*/ 4793065 w 12247549"/>
                <a:gd name="csY132" fmla="*/ 41328 h 465633"/>
                <a:gd name="csX133" fmla="*/ 4632111 w 12247549"/>
                <a:gd name="csY133" fmla="*/ 131385 h 465633"/>
                <a:gd name="csX134" fmla="*/ 4608947 w 12247549"/>
                <a:gd name="csY134" fmla="*/ 255805 h 465633"/>
                <a:gd name="csX135" fmla="*/ 4588171 w 12247549"/>
                <a:gd name="csY135" fmla="*/ 239453 h 465633"/>
                <a:gd name="csX136" fmla="*/ 4291817 w 12247549"/>
                <a:gd name="csY136" fmla="*/ 51045 h 465633"/>
                <a:gd name="csX137" fmla="*/ 3921432 w 12247549"/>
                <a:gd name="csY137" fmla="*/ 34219 h 465633"/>
                <a:gd name="csX138" fmla="*/ 3921432 w 12247549"/>
                <a:gd name="csY138" fmla="*/ 34219 h 465633"/>
                <a:gd name="csX139" fmla="*/ 3920955 w 12247549"/>
                <a:gd name="csY139" fmla="*/ 34219 h 465633"/>
                <a:gd name="csX140" fmla="*/ 3920716 w 12247549"/>
                <a:gd name="csY140" fmla="*/ 34219 h 465633"/>
                <a:gd name="csX141" fmla="*/ 3583764 w 12247549"/>
                <a:gd name="csY141" fmla="*/ 5543 h 465633"/>
                <a:gd name="csX142" fmla="*/ 3573018 w 12247549"/>
                <a:gd name="csY142" fmla="*/ 1040 h 465633"/>
                <a:gd name="csX143" fmla="*/ 3532422 w 12247549"/>
                <a:gd name="csY143" fmla="*/ 35404 h 465633"/>
                <a:gd name="csX144" fmla="*/ 3398453 w 12247549"/>
                <a:gd name="csY144" fmla="*/ 41565 h 465633"/>
                <a:gd name="csX145" fmla="*/ 3397020 w 12247549"/>
                <a:gd name="csY145" fmla="*/ 45357 h 465633"/>
                <a:gd name="csX146" fmla="*/ 3473437 w 12247549"/>
                <a:gd name="csY146" fmla="*/ 132807 h 465633"/>
                <a:gd name="csX147" fmla="*/ 3446452 w 12247549"/>
                <a:gd name="csY147" fmla="*/ 213147 h 465633"/>
                <a:gd name="csX148" fmla="*/ 3456960 w 12247549"/>
                <a:gd name="csY148" fmla="*/ 219071 h 465633"/>
                <a:gd name="csX149" fmla="*/ 3700062 w 12247549"/>
                <a:gd name="csY149" fmla="*/ 150344 h 465633"/>
                <a:gd name="csX150" fmla="*/ 3749016 w 12247549"/>
                <a:gd name="csY150" fmla="*/ 147500 h 465633"/>
                <a:gd name="csX151" fmla="*/ 3509496 w 12247549"/>
                <a:gd name="csY151" fmla="*/ 303203 h 465633"/>
                <a:gd name="csX152" fmla="*/ 3267111 w 12247549"/>
                <a:gd name="csY152" fmla="*/ 333538 h 465633"/>
                <a:gd name="csX153" fmla="*/ 3197142 w 12247549"/>
                <a:gd name="csY153" fmla="*/ 232343 h 465633"/>
                <a:gd name="csX154" fmla="*/ 3184963 w 12247549"/>
                <a:gd name="csY154" fmla="*/ 230921 h 465633"/>
                <a:gd name="csX155" fmla="*/ 3186634 w 12247549"/>
                <a:gd name="csY155" fmla="*/ 393022 h 465633"/>
                <a:gd name="csX156" fmla="*/ 3177799 w 12247549"/>
                <a:gd name="csY156" fmla="*/ 392785 h 465633"/>
                <a:gd name="csX157" fmla="*/ 3060785 w 12247549"/>
                <a:gd name="csY157" fmla="*/ 358659 h 465633"/>
                <a:gd name="csX158" fmla="*/ 2994636 w 12247549"/>
                <a:gd name="csY158" fmla="*/ 171910 h 465633"/>
                <a:gd name="csX159" fmla="*/ 3080844 w 12247549"/>
                <a:gd name="csY159" fmla="*/ 114558 h 465633"/>
                <a:gd name="csX160" fmla="*/ 3147470 w 12247549"/>
                <a:gd name="csY160" fmla="*/ 176650 h 465633"/>
                <a:gd name="csX161" fmla="*/ 3213380 w 12247549"/>
                <a:gd name="csY161" fmla="*/ 110767 h 465633"/>
                <a:gd name="csX162" fmla="*/ 3094695 w 12247549"/>
                <a:gd name="csY162" fmla="*/ 41091 h 465633"/>
                <a:gd name="csX163" fmla="*/ 2933742 w 12247549"/>
                <a:gd name="csY163" fmla="*/ 131148 h 465633"/>
                <a:gd name="csX164" fmla="*/ 2910578 w 12247549"/>
                <a:gd name="csY164" fmla="*/ 255568 h 465633"/>
                <a:gd name="csX165" fmla="*/ 2889802 w 12247549"/>
                <a:gd name="csY165" fmla="*/ 239216 h 465633"/>
                <a:gd name="csX166" fmla="*/ 2593447 w 12247549"/>
                <a:gd name="csY166" fmla="*/ 50808 h 465633"/>
                <a:gd name="csX167" fmla="*/ 2223063 w 12247549"/>
                <a:gd name="csY167" fmla="*/ 33982 h 465633"/>
                <a:gd name="csX168" fmla="*/ 2223063 w 12247549"/>
                <a:gd name="csY168" fmla="*/ 33982 h 465633"/>
                <a:gd name="csX169" fmla="*/ 2222585 w 12247549"/>
                <a:gd name="csY169" fmla="*/ 33982 h 465633"/>
                <a:gd name="csX170" fmla="*/ 2222346 w 12247549"/>
                <a:gd name="csY170" fmla="*/ 33982 h 465633"/>
                <a:gd name="csX171" fmla="*/ 1885395 w 12247549"/>
                <a:gd name="csY171" fmla="*/ 5306 h 465633"/>
                <a:gd name="csX172" fmla="*/ 1874649 w 12247549"/>
                <a:gd name="csY172" fmla="*/ 803 h 465633"/>
                <a:gd name="csX173" fmla="*/ 1834052 w 12247549"/>
                <a:gd name="csY173" fmla="*/ 35167 h 465633"/>
                <a:gd name="csX174" fmla="*/ 1700083 w 12247549"/>
                <a:gd name="csY174" fmla="*/ 41328 h 465633"/>
                <a:gd name="csX175" fmla="*/ 1698651 w 12247549"/>
                <a:gd name="csY175" fmla="*/ 45120 h 465633"/>
                <a:gd name="csX176" fmla="*/ 1775068 w 12247549"/>
                <a:gd name="csY176" fmla="*/ 132570 h 465633"/>
                <a:gd name="csX177" fmla="*/ 1748083 w 12247549"/>
                <a:gd name="csY177" fmla="*/ 212910 h 465633"/>
                <a:gd name="csX178" fmla="*/ 1758590 w 12247549"/>
                <a:gd name="csY178" fmla="*/ 218834 h 465633"/>
                <a:gd name="csX179" fmla="*/ 2001453 w 12247549"/>
                <a:gd name="csY179" fmla="*/ 150107 h 465633"/>
                <a:gd name="csX180" fmla="*/ 2050408 w 12247549"/>
                <a:gd name="csY180" fmla="*/ 147263 h 465633"/>
                <a:gd name="csX181" fmla="*/ 1810888 w 12247549"/>
                <a:gd name="csY181" fmla="*/ 302966 h 465633"/>
                <a:gd name="csX182" fmla="*/ 1568503 w 12247549"/>
                <a:gd name="csY182" fmla="*/ 333301 h 465633"/>
                <a:gd name="csX183" fmla="*/ 1498533 w 12247549"/>
                <a:gd name="csY183" fmla="*/ 232106 h 465633"/>
                <a:gd name="csX184" fmla="*/ 1486354 w 12247549"/>
                <a:gd name="csY184" fmla="*/ 230684 h 465633"/>
                <a:gd name="csX185" fmla="*/ 1488026 w 12247549"/>
                <a:gd name="csY185" fmla="*/ 392785 h 465633"/>
                <a:gd name="csX186" fmla="*/ 1479190 w 12247549"/>
                <a:gd name="csY186" fmla="*/ 392548 h 465633"/>
                <a:gd name="csX187" fmla="*/ 1362177 w 12247549"/>
                <a:gd name="csY187" fmla="*/ 358422 h 465633"/>
                <a:gd name="csX188" fmla="*/ 1296028 w 12247549"/>
                <a:gd name="csY188" fmla="*/ 171673 h 465633"/>
                <a:gd name="csX189" fmla="*/ 1382236 w 12247549"/>
                <a:gd name="csY189" fmla="*/ 114322 h 465633"/>
                <a:gd name="csX190" fmla="*/ 1448862 w 12247549"/>
                <a:gd name="csY190" fmla="*/ 176413 h 465633"/>
                <a:gd name="csX191" fmla="*/ 1514772 w 12247549"/>
                <a:gd name="csY191" fmla="*/ 110530 h 465633"/>
                <a:gd name="csX192" fmla="*/ 1396087 w 12247549"/>
                <a:gd name="csY192" fmla="*/ 40854 h 465633"/>
                <a:gd name="csX193" fmla="*/ 1235133 w 12247549"/>
                <a:gd name="csY193" fmla="*/ 130911 h 465633"/>
                <a:gd name="csX194" fmla="*/ 1211969 w 12247549"/>
                <a:gd name="csY194" fmla="*/ 255331 h 465633"/>
                <a:gd name="csX195" fmla="*/ 1191193 w 12247549"/>
                <a:gd name="csY195" fmla="*/ 238979 h 465633"/>
                <a:gd name="csX196" fmla="*/ 895077 w 12247549"/>
                <a:gd name="csY196" fmla="*/ 50571 h 465633"/>
                <a:gd name="csX197" fmla="*/ 524693 w 12247549"/>
                <a:gd name="csY197" fmla="*/ 33745 h 465633"/>
                <a:gd name="csX198" fmla="*/ 524693 w 12247549"/>
                <a:gd name="csY198" fmla="*/ 33745 h 465633"/>
                <a:gd name="csX199" fmla="*/ 524216 w 12247549"/>
                <a:gd name="csY199" fmla="*/ 33745 h 465633"/>
                <a:gd name="csX200" fmla="*/ 523977 w 12247549"/>
                <a:gd name="csY200" fmla="*/ 33745 h 465633"/>
                <a:gd name="csX201" fmla="*/ 187025 w 12247549"/>
                <a:gd name="csY201" fmla="*/ 5069 h 465633"/>
                <a:gd name="csX202" fmla="*/ 176279 w 12247549"/>
                <a:gd name="csY202" fmla="*/ 566 h 465633"/>
                <a:gd name="csX203" fmla="*/ 135683 w 12247549"/>
                <a:gd name="csY203" fmla="*/ 34930 h 465633"/>
                <a:gd name="csX204" fmla="*/ 1714 w 12247549"/>
                <a:gd name="csY204" fmla="*/ 41091 h 465633"/>
                <a:gd name="csX205" fmla="*/ 281 w 12247549"/>
                <a:gd name="csY205" fmla="*/ 44883 h 465633"/>
                <a:gd name="csX206" fmla="*/ 76698 w 12247549"/>
                <a:gd name="csY206" fmla="*/ 132333 h 465633"/>
                <a:gd name="csX207" fmla="*/ 49713 w 12247549"/>
                <a:gd name="csY207" fmla="*/ 212673 h 465633"/>
                <a:gd name="csX208" fmla="*/ 60221 w 12247549"/>
                <a:gd name="csY208" fmla="*/ 218597 h 465633"/>
                <a:gd name="csX209" fmla="*/ 303084 w 12247549"/>
                <a:gd name="csY209" fmla="*/ 149870 h 465633"/>
                <a:gd name="csX210" fmla="*/ 391680 w 12247549"/>
                <a:gd name="csY210" fmla="*/ 139205 h 465633"/>
                <a:gd name="csX211" fmla="*/ 364695 w 12247549"/>
                <a:gd name="csY211" fmla="*/ 214332 h 465633"/>
                <a:gd name="csX212" fmla="*/ 425112 w 12247549"/>
                <a:gd name="csY212" fmla="*/ 376196 h 465633"/>
                <a:gd name="csX213" fmla="*/ 577469 w 12247549"/>
                <a:gd name="csY213" fmla="*/ 408190 h 465633"/>
                <a:gd name="csX214" fmla="*/ 642662 w 12247549"/>
                <a:gd name="csY214" fmla="*/ 336382 h 465633"/>
                <a:gd name="csX215" fmla="*/ 579857 w 12247549"/>
                <a:gd name="csY215" fmla="*/ 286851 h 465633"/>
                <a:gd name="csX216" fmla="*/ 523022 w 12247549"/>
                <a:gd name="csY216" fmla="*/ 356763 h 465633"/>
                <a:gd name="csX217" fmla="*/ 440396 w 12247549"/>
                <a:gd name="csY217" fmla="*/ 221915 h 465633"/>
                <a:gd name="csX218" fmla="*/ 549051 w 12247549"/>
                <a:gd name="csY218" fmla="*/ 98206 h 465633"/>
                <a:gd name="csX219" fmla="*/ 672990 w 12247549"/>
                <a:gd name="csY219" fmla="*/ 73085 h 465633"/>
                <a:gd name="csX220" fmla="*/ 641946 w 12247549"/>
                <a:gd name="csY220" fmla="*/ 235424 h 465633"/>
                <a:gd name="csX221" fmla="*/ 652692 w 12247549"/>
                <a:gd name="csY221" fmla="*/ 234002 h 465633"/>
                <a:gd name="csX222" fmla="*/ 712393 w 12247549"/>
                <a:gd name="csY222" fmla="*/ 140864 h 465633"/>
                <a:gd name="csX223" fmla="*/ 936390 w 12247549"/>
                <a:gd name="csY223" fmla="*/ 146315 h 465633"/>
                <a:gd name="csX224" fmla="*/ 1147970 w 12247549"/>
                <a:gd name="csY224" fmla="*/ 293012 h 465633"/>
                <a:gd name="csX225" fmla="*/ 1168507 w 12247549"/>
                <a:gd name="csY225" fmla="*/ 309128 h 465633"/>
                <a:gd name="csX226" fmla="*/ 1092329 w 12247549"/>
                <a:gd name="csY226" fmla="*/ 305099 h 465633"/>
                <a:gd name="csX227" fmla="*/ 881227 w 12247549"/>
                <a:gd name="csY227" fmla="*/ 250828 h 465633"/>
                <a:gd name="csX228" fmla="*/ 870719 w 12247549"/>
                <a:gd name="csY228" fmla="*/ 256753 h 465633"/>
                <a:gd name="csX229" fmla="*/ 875973 w 12247549"/>
                <a:gd name="csY229" fmla="*/ 331879 h 465633"/>
                <a:gd name="csX230" fmla="*/ 791198 w 12247549"/>
                <a:gd name="csY230" fmla="*/ 419328 h 465633"/>
                <a:gd name="csX231" fmla="*/ 792631 w 12247549"/>
                <a:gd name="csY231" fmla="*/ 423120 h 465633"/>
                <a:gd name="csX232" fmla="*/ 918958 w 12247549"/>
                <a:gd name="csY232" fmla="*/ 421224 h 465633"/>
                <a:gd name="csX233" fmla="*/ 975554 w 12247549"/>
                <a:gd name="csY233" fmla="*/ 463646 h 465633"/>
                <a:gd name="csX234" fmla="*/ 986300 w 12247549"/>
                <a:gd name="csY234" fmla="*/ 459143 h 465633"/>
                <a:gd name="csX235" fmla="*/ 1349998 w 12247549"/>
                <a:gd name="csY235" fmla="*/ 429282 h 465633"/>
                <a:gd name="csX236" fmla="*/ 1367192 w 12247549"/>
                <a:gd name="csY236" fmla="*/ 436629 h 465633"/>
                <a:gd name="csX237" fmla="*/ 1367669 w 12247549"/>
                <a:gd name="csY237" fmla="*/ 436629 h 465633"/>
                <a:gd name="csX238" fmla="*/ 1367669 w 12247549"/>
                <a:gd name="csY238" fmla="*/ 436629 h 465633"/>
                <a:gd name="csX239" fmla="*/ 1475131 w 12247549"/>
                <a:gd name="csY239" fmla="*/ 461276 h 465633"/>
                <a:gd name="csX240" fmla="*/ 1498533 w 12247549"/>
                <a:gd name="csY240" fmla="*/ 461987 h 465633"/>
                <a:gd name="csX241" fmla="*/ 2061632 w 12247549"/>
                <a:gd name="csY241" fmla="*/ 226892 h 465633"/>
                <a:gd name="csX242" fmla="*/ 2123482 w 12247549"/>
                <a:gd name="csY242" fmla="*/ 376433 h 465633"/>
                <a:gd name="csX243" fmla="*/ 2275838 w 12247549"/>
                <a:gd name="csY243" fmla="*/ 408427 h 465633"/>
                <a:gd name="csX244" fmla="*/ 2341032 w 12247549"/>
                <a:gd name="csY244" fmla="*/ 336619 h 465633"/>
                <a:gd name="csX245" fmla="*/ 2278226 w 12247549"/>
                <a:gd name="csY245" fmla="*/ 287088 h 465633"/>
                <a:gd name="csX246" fmla="*/ 2221391 w 12247549"/>
                <a:gd name="csY246" fmla="*/ 357000 h 465633"/>
                <a:gd name="csX247" fmla="*/ 2138765 w 12247549"/>
                <a:gd name="csY247" fmla="*/ 222152 h 465633"/>
                <a:gd name="csX248" fmla="*/ 2247421 w 12247549"/>
                <a:gd name="csY248" fmla="*/ 98443 h 465633"/>
                <a:gd name="csX249" fmla="*/ 2371360 w 12247549"/>
                <a:gd name="csY249" fmla="*/ 73322 h 465633"/>
                <a:gd name="csX250" fmla="*/ 2340315 w 12247549"/>
                <a:gd name="csY250" fmla="*/ 235661 h 465633"/>
                <a:gd name="csX251" fmla="*/ 2351061 w 12247549"/>
                <a:gd name="csY251" fmla="*/ 234239 h 465633"/>
                <a:gd name="csX252" fmla="*/ 2410762 w 12247549"/>
                <a:gd name="csY252" fmla="*/ 141101 h 465633"/>
                <a:gd name="csX253" fmla="*/ 2634760 w 12247549"/>
                <a:gd name="csY253" fmla="*/ 146552 h 465633"/>
                <a:gd name="csX254" fmla="*/ 2846101 w 12247549"/>
                <a:gd name="csY254" fmla="*/ 293249 h 465633"/>
                <a:gd name="csX255" fmla="*/ 2866638 w 12247549"/>
                <a:gd name="csY255" fmla="*/ 309365 h 465633"/>
                <a:gd name="csX256" fmla="*/ 2790221 w 12247549"/>
                <a:gd name="csY256" fmla="*/ 305336 h 465633"/>
                <a:gd name="csX257" fmla="*/ 2579119 w 12247549"/>
                <a:gd name="csY257" fmla="*/ 251065 h 465633"/>
                <a:gd name="csX258" fmla="*/ 2568611 w 12247549"/>
                <a:gd name="csY258" fmla="*/ 256990 h 465633"/>
                <a:gd name="csX259" fmla="*/ 2573865 w 12247549"/>
                <a:gd name="csY259" fmla="*/ 332116 h 465633"/>
                <a:gd name="csX260" fmla="*/ 2489090 w 12247549"/>
                <a:gd name="csY260" fmla="*/ 419565 h 465633"/>
                <a:gd name="csX261" fmla="*/ 2490522 w 12247549"/>
                <a:gd name="csY261" fmla="*/ 423357 h 465633"/>
                <a:gd name="csX262" fmla="*/ 2616849 w 12247549"/>
                <a:gd name="csY262" fmla="*/ 421461 h 465633"/>
                <a:gd name="csX263" fmla="*/ 2673446 w 12247549"/>
                <a:gd name="csY263" fmla="*/ 463883 h 465633"/>
                <a:gd name="csX264" fmla="*/ 2684192 w 12247549"/>
                <a:gd name="csY264" fmla="*/ 459380 h 465633"/>
                <a:gd name="csX265" fmla="*/ 3047890 w 12247549"/>
                <a:gd name="csY265" fmla="*/ 429519 h 465633"/>
                <a:gd name="csX266" fmla="*/ 3065083 w 12247549"/>
                <a:gd name="csY266" fmla="*/ 436866 h 465633"/>
                <a:gd name="csX267" fmla="*/ 3065561 w 12247549"/>
                <a:gd name="csY267" fmla="*/ 436866 h 465633"/>
                <a:gd name="csX268" fmla="*/ 3065561 w 12247549"/>
                <a:gd name="csY268" fmla="*/ 436866 h 465633"/>
                <a:gd name="csX269" fmla="*/ 3173023 w 12247549"/>
                <a:gd name="csY269" fmla="*/ 461513 h 465633"/>
                <a:gd name="csX270" fmla="*/ 3196425 w 12247549"/>
                <a:gd name="csY270" fmla="*/ 462224 h 465633"/>
                <a:gd name="csX271" fmla="*/ 3759523 w 12247549"/>
                <a:gd name="csY271" fmla="*/ 227129 h 465633"/>
                <a:gd name="csX272" fmla="*/ 3821373 w 12247549"/>
                <a:gd name="csY272" fmla="*/ 376670 h 465633"/>
                <a:gd name="csX273" fmla="*/ 3973730 w 12247549"/>
                <a:gd name="csY273" fmla="*/ 408664 h 465633"/>
                <a:gd name="csX274" fmla="*/ 4038923 w 12247549"/>
                <a:gd name="csY274" fmla="*/ 336856 h 465633"/>
                <a:gd name="csX275" fmla="*/ 3976118 w 12247549"/>
                <a:gd name="csY275" fmla="*/ 287325 h 465633"/>
                <a:gd name="csX276" fmla="*/ 3919283 w 12247549"/>
                <a:gd name="csY276" fmla="*/ 357237 h 465633"/>
                <a:gd name="csX277" fmla="*/ 3836657 w 12247549"/>
                <a:gd name="csY277" fmla="*/ 222389 h 465633"/>
                <a:gd name="csX278" fmla="*/ 3945312 w 12247549"/>
                <a:gd name="csY278" fmla="*/ 98680 h 465633"/>
                <a:gd name="csX279" fmla="*/ 4069251 w 12247549"/>
                <a:gd name="csY279" fmla="*/ 73559 h 465633"/>
                <a:gd name="csX280" fmla="*/ 4038207 w 12247549"/>
                <a:gd name="csY280" fmla="*/ 235898 h 465633"/>
                <a:gd name="csX281" fmla="*/ 4048953 w 12247549"/>
                <a:gd name="csY281" fmla="*/ 234476 h 465633"/>
                <a:gd name="csX282" fmla="*/ 4108654 w 12247549"/>
                <a:gd name="csY282" fmla="*/ 141338 h 465633"/>
                <a:gd name="csX283" fmla="*/ 4332652 w 12247549"/>
                <a:gd name="csY283" fmla="*/ 146789 h 465633"/>
                <a:gd name="csX284" fmla="*/ 4544231 w 12247549"/>
                <a:gd name="csY284" fmla="*/ 293486 h 465633"/>
                <a:gd name="csX285" fmla="*/ 4564769 w 12247549"/>
                <a:gd name="csY285" fmla="*/ 309602 h 465633"/>
                <a:gd name="csX286" fmla="*/ 4488352 w 12247549"/>
                <a:gd name="csY286" fmla="*/ 305573 h 465633"/>
                <a:gd name="csX287" fmla="*/ 4277249 w 12247549"/>
                <a:gd name="csY287" fmla="*/ 251302 h 465633"/>
                <a:gd name="csX288" fmla="*/ 4266742 w 12247549"/>
                <a:gd name="csY288" fmla="*/ 257227 h 465633"/>
                <a:gd name="csX289" fmla="*/ 4272234 w 12247549"/>
                <a:gd name="csY289" fmla="*/ 332353 h 465633"/>
                <a:gd name="csX290" fmla="*/ 4187459 w 12247549"/>
                <a:gd name="csY290" fmla="*/ 419802 h 465633"/>
                <a:gd name="csX291" fmla="*/ 4189131 w 12247549"/>
                <a:gd name="csY291" fmla="*/ 423594 h 465633"/>
                <a:gd name="csX292" fmla="*/ 4315458 w 12247549"/>
                <a:gd name="csY292" fmla="*/ 421698 h 465633"/>
                <a:gd name="csX293" fmla="*/ 4372054 w 12247549"/>
                <a:gd name="csY293" fmla="*/ 464120 h 465633"/>
                <a:gd name="csX294" fmla="*/ 4382801 w 12247549"/>
                <a:gd name="csY294" fmla="*/ 459617 h 465633"/>
                <a:gd name="csX295" fmla="*/ 4746498 w 12247549"/>
                <a:gd name="csY295" fmla="*/ 429756 h 465633"/>
                <a:gd name="csX296" fmla="*/ 4763692 w 12247549"/>
                <a:gd name="csY296" fmla="*/ 437103 h 465633"/>
                <a:gd name="csX297" fmla="*/ 4764170 w 12247549"/>
                <a:gd name="csY297" fmla="*/ 437103 h 465633"/>
                <a:gd name="csX298" fmla="*/ 4764170 w 12247549"/>
                <a:gd name="csY298" fmla="*/ 437103 h 465633"/>
                <a:gd name="csX299" fmla="*/ 4871631 w 12247549"/>
                <a:gd name="csY299" fmla="*/ 461750 h 465633"/>
                <a:gd name="csX300" fmla="*/ 4895034 w 12247549"/>
                <a:gd name="csY300" fmla="*/ 462461 h 465633"/>
                <a:gd name="csX301" fmla="*/ 5458132 w 12247549"/>
                <a:gd name="csY301" fmla="*/ 227366 h 465633"/>
                <a:gd name="csX302" fmla="*/ 5519982 w 12247549"/>
                <a:gd name="csY302" fmla="*/ 376907 h 465633"/>
                <a:gd name="csX303" fmla="*/ 5672339 w 12247549"/>
                <a:gd name="csY303" fmla="*/ 408901 h 465633"/>
                <a:gd name="csX304" fmla="*/ 5737532 w 12247549"/>
                <a:gd name="csY304" fmla="*/ 337093 h 465633"/>
                <a:gd name="csX305" fmla="*/ 5674726 w 12247549"/>
                <a:gd name="csY305" fmla="*/ 287562 h 465633"/>
                <a:gd name="csX306" fmla="*/ 5617891 w 12247549"/>
                <a:gd name="csY306" fmla="*/ 357474 h 465633"/>
                <a:gd name="csX307" fmla="*/ 5535265 w 12247549"/>
                <a:gd name="csY307" fmla="*/ 222626 h 465633"/>
                <a:gd name="csX308" fmla="*/ 5643921 w 12247549"/>
                <a:gd name="csY308" fmla="*/ 98917 h 465633"/>
                <a:gd name="csX309" fmla="*/ 5767860 w 12247549"/>
                <a:gd name="csY309" fmla="*/ 73796 h 465633"/>
                <a:gd name="csX310" fmla="*/ 5736815 w 12247549"/>
                <a:gd name="csY310" fmla="*/ 236135 h 465633"/>
                <a:gd name="csX311" fmla="*/ 5747562 w 12247549"/>
                <a:gd name="csY311" fmla="*/ 234713 h 465633"/>
                <a:gd name="csX312" fmla="*/ 5807262 w 12247549"/>
                <a:gd name="csY312" fmla="*/ 141575 h 465633"/>
                <a:gd name="csX313" fmla="*/ 6031260 w 12247549"/>
                <a:gd name="csY313" fmla="*/ 147026 h 465633"/>
                <a:gd name="csX314" fmla="*/ 6242839 w 12247549"/>
                <a:gd name="csY314" fmla="*/ 293723 h 465633"/>
                <a:gd name="csX315" fmla="*/ 6263377 w 12247549"/>
                <a:gd name="csY315" fmla="*/ 309839 h 465633"/>
                <a:gd name="csX316" fmla="*/ 6186960 w 12247549"/>
                <a:gd name="csY316" fmla="*/ 305810 h 465633"/>
                <a:gd name="csX317" fmla="*/ 5975857 w 12247549"/>
                <a:gd name="csY317" fmla="*/ 251539 h 465633"/>
                <a:gd name="csX318" fmla="*/ 5965350 w 12247549"/>
                <a:gd name="csY318" fmla="*/ 257464 h 465633"/>
                <a:gd name="csX319" fmla="*/ 5970843 w 12247549"/>
                <a:gd name="csY319" fmla="*/ 332590 h 465633"/>
                <a:gd name="csX320" fmla="*/ 5886068 w 12247549"/>
                <a:gd name="csY320" fmla="*/ 420039 h 465633"/>
                <a:gd name="csX321" fmla="*/ 5887500 w 12247549"/>
                <a:gd name="csY321" fmla="*/ 423831 h 465633"/>
                <a:gd name="csX322" fmla="*/ 6013827 w 12247549"/>
                <a:gd name="csY322" fmla="*/ 421935 h 465633"/>
                <a:gd name="csX323" fmla="*/ 6070424 w 12247549"/>
                <a:gd name="csY323" fmla="*/ 464357 h 465633"/>
                <a:gd name="csX324" fmla="*/ 6081170 w 12247549"/>
                <a:gd name="csY324" fmla="*/ 459854 h 465633"/>
                <a:gd name="csX325" fmla="*/ 6444868 w 12247549"/>
                <a:gd name="csY325" fmla="*/ 429993 h 465633"/>
                <a:gd name="csX326" fmla="*/ 6462061 w 12247549"/>
                <a:gd name="csY326" fmla="*/ 437340 h 465633"/>
                <a:gd name="csX327" fmla="*/ 6462539 w 12247549"/>
                <a:gd name="csY327" fmla="*/ 437340 h 465633"/>
                <a:gd name="csX328" fmla="*/ 6462539 w 12247549"/>
                <a:gd name="csY328" fmla="*/ 437340 h 465633"/>
                <a:gd name="csX329" fmla="*/ 6570000 w 12247549"/>
                <a:gd name="csY329" fmla="*/ 461987 h 465633"/>
                <a:gd name="csX330" fmla="*/ 6593403 w 12247549"/>
                <a:gd name="csY330" fmla="*/ 462698 h 465633"/>
                <a:gd name="csX331" fmla="*/ 7156501 w 12247549"/>
                <a:gd name="csY331" fmla="*/ 227603 h 465633"/>
                <a:gd name="csX332" fmla="*/ 7218351 w 12247549"/>
                <a:gd name="csY332" fmla="*/ 377144 h 465633"/>
                <a:gd name="csX333" fmla="*/ 7370708 w 12247549"/>
                <a:gd name="csY333" fmla="*/ 409138 h 465633"/>
                <a:gd name="csX334" fmla="*/ 7435902 w 12247549"/>
                <a:gd name="csY334" fmla="*/ 337330 h 465633"/>
                <a:gd name="csX335" fmla="*/ 7373096 w 12247549"/>
                <a:gd name="csY335" fmla="*/ 287799 h 465633"/>
                <a:gd name="csX336" fmla="*/ 7316261 w 12247549"/>
                <a:gd name="csY336" fmla="*/ 357711 h 465633"/>
                <a:gd name="csX337" fmla="*/ 7233635 w 12247549"/>
                <a:gd name="csY337" fmla="*/ 222863 h 465633"/>
                <a:gd name="csX338" fmla="*/ 7342290 w 12247549"/>
                <a:gd name="csY338" fmla="*/ 99154 h 465633"/>
                <a:gd name="csX339" fmla="*/ 7466229 w 12247549"/>
                <a:gd name="csY339" fmla="*/ 74033 h 465633"/>
                <a:gd name="csX340" fmla="*/ 7435185 w 12247549"/>
                <a:gd name="csY340" fmla="*/ 236372 h 465633"/>
                <a:gd name="csX341" fmla="*/ 7445931 w 12247549"/>
                <a:gd name="csY341" fmla="*/ 234950 h 465633"/>
                <a:gd name="csX342" fmla="*/ 7505632 w 12247549"/>
                <a:gd name="csY342" fmla="*/ 141812 h 465633"/>
                <a:gd name="csX343" fmla="*/ 7729629 w 12247549"/>
                <a:gd name="csY343" fmla="*/ 147263 h 465633"/>
                <a:gd name="csX344" fmla="*/ 7941210 w 12247549"/>
                <a:gd name="csY344" fmla="*/ 293960 h 465633"/>
                <a:gd name="csX345" fmla="*/ 7961746 w 12247549"/>
                <a:gd name="csY345" fmla="*/ 310076 h 465633"/>
                <a:gd name="csX346" fmla="*/ 7885568 w 12247549"/>
                <a:gd name="csY346" fmla="*/ 306047 h 465633"/>
                <a:gd name="csX347" fmla="*/ 7674466 w 12247549"/>
                <a:gd name="csY347" fmla="*/ 251776 h 465633"/>
                <a:gd name="csX348" fmla="*/ 7663958 w 12247549"/>
                <a:gd name="csY348" fmla="*/ 257701 h 465633"/>
                <a:gd name="csX349" fmla="*/ 7669451 w 12247549"/>
                <a:gd name="csY349" fmla="*/ 332827 h 465633"/>
                <a:gd name="csX350" fmla="*/ 7584676 w 12247549"/>
                <a:gd name="csY350" fmla="*/ 420276 h 465633"/>
                <a:gd name="csX351" fmla="*/ 7586108 w 12247549"/>
                <a:gd name="csY351" fmla="*/ 424068 h 465633"/>
                <a:gd name="csX352" fmla="*/ 7712435 w 12247549"/>
                <a:gd name="csY352" fmla="*/ 422172 h 465633"/>
                <a:gd name="csX353" fmla="*/ 7769032 w 12247549"/>
                <a:gd name="csY353" fmla="*/ 464594 h 465633"/>
                <a:gd name="csX354" fmla="*/ 7779778 w 12247549"/>
                <a:gd name="csY354" fmla="*/ 460091 h 465633"/>
                <a:gd name="csX355" fmla="*/ 8143476 w 12247549"/>
                <a:gd name="csY355" fmla="*/ 430230 h 465633"/>
                <a:gd name="csX356" fmla="*/ 8160669 w 12247549"/>
                <a:gd name="csY356" fmla="*/ 437577 h 465633"/>
                <a:gd name="csX357" fmla="*/ 8161147 w 12247549"/>
                <a:gd name="csY357" fmla="*/ 437577 h 465633"/>
                <a:gd name="csX358" fmla="*/ 8161147 w 12247549"/>
                <a:gd name="csY358" fmla="*/ 437577 h 465633"/>
                <a:gd name="csX359" fmla="*/ 8268609 w 12247549"/>
                <a:gd name="csY359" fmla="*/ 462224 h 465633"/>
                <a:gd name="csX360" fmla="*/ 8292011 w 12247549"/>
                <a:gd name="csY360" fmla="*/ 462935 h 465633"/>
                <a:gd name="csX361" fmla="*/ 8855109 w 12247549"/>
                <a:gd name="csY361" fmla="*/ 227840 h 465633"/>
                <a:gd name="csX362" fmla="*/ 8916959 w 12247549"/>
                <a:gd name="csY362" fmla="*/ 377381 h 465633"/>
                <a:gd name="csX363" fmla="*/ 9069316 w 12247549"/>
                <a:gd name="csY363" fmla="*/ 409375 h 465633"/>
                <a:gd name="csX364" fmla="*/ 9134510 w 12247549"/>
                <a:gd name="csY364" fmla="*/ 337567 h 465633"/>
                <a:gd name="csX365" fmla="*/ 9071704 w 12247549"/>
                <a:gd name="csY365" fmla="*/ 288036 h 465633"/>
                <a:gd name="csX366" fmla="*/ 9014869 w 12247549"/>
                <a:gd name="csY366" fmla="*/ 357948 h 465633"/>
                <a:gd name="csX367" fmla="*/ 8932243 w 12247549"/>
                <a:gd name="csY367" fmla="*/ 223100 h 465633"/>
                <a:gd name="csX368" fmla="*/ 9040898 w 12247549"/>
                <a:gd name="csY368" fmla="*/ 99391 h 465633"/>
                <a:gd name="csX369" fmla="*/ 9164837 w 12247549"/>
                <a:gd name="csY369" fmla="*/ 74270 h 465633"/>
                <a:gd name="csX370" fmla="*/ 9133793 w 12247549"/>
                <a:gd name="csY370" fmla="*/ 236609 h 465633"/>
                <a:gd name="csX371" fmla="*/ 9144539 w 12247549"/>
                <a:gd name="csY371" fmla="*/ 235187 h 465633"/>
                <a:gd name="csX372" fmla="*/ 9204240 w 12247549"/>
                <a:gd name="csY372" fmla="*/ 142049 h 465633"/>
                <a:gd name="csX373" fmla="*/ 9428237 w 12247549"/>
                <a:gd name="csY373" fmla="*/ 147500 h 465633"/>
                <a:gd name="csX374" fmla="*/ 9639817 w 12247549"/>
                <a:gd name="csY374" fmla="*/ 294197 h 465633"/>
                <a:gd name="csX375" fmla="*/ 9660354 w 12247549"/>
                <a:gd name="csY375" fmla="*/ 310313 h 465633"/>
                <a:gd name="csX376" fmla="*/ 9584176 w 12247549"/>
                <a:gd name="csY376" fmla="*/ 306284 h 465633"/>
                <a:gd name="csX377" fmla="*/ 9373074 w 12247549"/>
                <a:gd name="csY377" fmla="*/ 252013 h 465633"/>
                <a:gd name="csX378" fmla="*/ 9362567 w 12247549"/>
                <a:gd name="csY378" fmla="*/ 257938 h 465633"/>
                <a:gd name="csX379" fmla="*/ 9367820 w 12247549"/>
                <a:gd name="csY379" fmla="*/ 333064 h 465633"/>
                <a:gd name="csX380" fmla="*/ 9283045 w 12247549"/>
                <a:gd name="csY380" fmla="*/ 420513 h 465633"/>
                <a:gd name="csX381" fmla="*/ 9284478 w 12247549"/>
                <a:gd name="csY381" fmla="*/ 424305 h 465633"/>
                <a:gd name="csX382" fmla="*/ 9410805 w 12247549"/>
                <a:gd name="csY382" fmla="*/ 422409 h 465633"/>
                <a:gd name="csX383" fmla="*/ 9467401 w 12247549"/>
                <a:gd name="csY383" fmla="*/ 464831 h 465633"/>
                <a:gd name="csX384" fmla="*/ 9478147 w 12247549"/>
                <a:gd name="csY384" fmla="*/ 460328 h 465633"/>
                <a:gd name="csX385" fmla="*/ 9841845 w 12247549"/>
                <a:gd name="csY385" fmla="*/ 430467 h 465633"/>
                <a:gd name="csX386" fmla="*/ 9859039 w 12247549"/>
                <a:gd name="csY386" fmla="*/ 437814 h 465633"/>
                <a:gd name="csX387" fmla="*/ 9859516 w 12247549"/>
                <a:gd name="csY387" fmla="*/ 437814 h 465633"/>
                <a:gd name="csX388" fmla="*/ 9859516 w 12247549"/>
                <a:gd name="csY388" fmla="*/ 437814 h 465633"/>
                <a:gd name="csX389" fmla="*/ 9966978 w 12247549"/>
                <a:gd name="csY389" fmla="*/ 462461 h 465633"/>
                <a:gd name="csX390" fmla="*/ 9990381 w 12247549"/>
                <a:gd name="csY390" fmla="*/ 463172 h 465633"/>
                <a:gd name="csX391" fmla="*/ 10553479 w 12247549"/>
                <a:gd name="csY391" fmla="*/ 228077 h 465633"/>
                <a:gd name="csX392" fmla="*/ 10615329 w 12247549"/>
                <a:gd name="csY392" fmla="*/ 377618 h 465633"/>
                <a:gd name="csX393" fmla="*/ 10767685 w 12247549"/>
                <a:gd name="csY393" fmla="*/ 409612 h 465633"/>
                <a:gd name="csX394" fmla="*/ 10832879 w 12247549"/>
                <a:gd name="csY394" fmla="*/ 337804 h 465633"/>
                <a:gd name="csX395" fmla="*/ 10770074 w 12247549"/>
                <a:gd name="csY395" fmla="*/ 288273 h 465633"/>
                <a:gd name="csX396" fmla="*/ 10713238 w 12247549"/>
                <a:gd name="csY396" fmla="*/ 358185 h 465633"/>
                <a:gd name="csX397" fmla="*/ 10630613 w 12247549"/>
                <a:gd name="csY397" fmla="*/ 223337 h 465633"/>
                <a:gd name="csX398" fmla="*/ 10739268 w 12247549"/>
                <a:gd name="csY398" fmla="*/ 99628 h 465633"/>
                <a:gd name="csX399" fmla="*/ 10863207 w 12247549"/>
                <a:gd name="csY399" fmla="*/ 74507 h 465633"/>
                <a:gd name="csX400" fmla="*/ 10832163 w 12247549"/>
                <a:gd name="csY400" fmla="*/ 236846 h 465633"/>
                <a:gd name="csX401" fmla="*/ 10842908 w 12247549"/>
                <a:gd name="csY401" fmla="*/ 235424 h 465633"/>
                <a:gd name="csX402" fmla="*/ 10902609 w 12247549"/>
                <a:gd name="csY402" fmla="*/ 142286 h 465633"/>
                <a:gd name="csX403" fmla="*/ 11126607 w 12247549"/>
                <a:gd name="csY403" fmla="*/ 147737 h 465633"/>
                <a:gd name="csX404" fmla="*/ 11338187 w 12247549"/>
                <a:gd name="csY404" fmla="*/ 294434 h 465633"/>
                <a:gd name="csX405" fmla="*/ 11358724 w 12247549"/>
                <a:gd name="csY405" fmla="*/ 310550 h 465633"/>
                <a:gd name="csX406" fmla="*/ 11282545 w 12247549"/>
                <a:gd name="csY406" fmla="*/ 306521 h 465633"/>
                <a:gd name="csX407" fmla="*/ 11071443 w 12247549"/>
                <a:gd name="csY407" fmla="*/ 252250 h 465633"/>
                <a:gd name="csX408" fmla="*/ 11060936 w 12247549"/>
                <a:gd name="csY408" fmla="*/ 258175 h 465633"/>
                <a:gd name="csX409" fmla="*/ 11066429 w 12247549"/>
                <a:gd name="csY409" fmla="*/ 333301 h 465633"/>
                <a:gd name="csX410" fmla="*/ 10981653 w 12247549"/>
                <a:gd name="csY410" fmla="*/ 420750 h 465633"/>
                <a:gd name="csX411" fmla="*/ 10983325 w 12247549"/>
                <a:gd name="csY411" fmla="*/ 424542 h 465633"/>
                <a:gd name="csX412" fmla="*/ 11109652 w 12247549"/>
                <a:gd name="csY412" fmla="*/ 422646 h 465633"/>
                <a:gd name="csX413" fmla="*/ 11166248 w 12247549"/>
                <a:gd name="csY413" fmla="*/ 465068 h 465633"/>
                <a:gd name="csX414" fmla="*/ 11176995 w 12247549"/>
                <a:gd name="csY414" fmla="*/ 460565 h 465633"/>
                <a:gd name="csX415" fmla="*/ 11540692 w 12247549"/>
                <a:gd name="csY415" fmla="*/ 430704 h 465633"/>
                <a:gd name="csX416" fmla="*/ 11557886 w 12247549"/>
                <a:gd name="csY416" fmla="*/ 438051 h 465633"/>
                <a:gd name="csX417" fmla="*/ 11558364 w 12247549"/>
                <a:gd name="csY417" fmla="*/ 438051 h 465633"/>
                <a:gd name="csX418" fmla="*/ 11558364 w 12247549"/>
                <a:gd name="csY418" fmla="*/ 438051 h 465633"/>
                <a:gd name="csX419" fmla="*/ 11665825 w 12247549"/>
                <a:gd name="csY419" fmla="*/ 462698 h 465633"/>
                <a:gd name="csX420" fmla="*/ 11689227 w 12247549"/>
                <a:gd name="csY420" fmla="*/ 463409 h 465633"/>
                <a:gd name="csX421" fmla="*/ 12247550 w 12247549"/>
                <a:gd name="csY421" fmla="*/ 231869 h 465633"/>
                <a:gd name="csX422" fmla="*/ 12247550 w 12247549"/>
                <a:gd name="csY422" fmla="*/ 148685 h 465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</a:cxnLst>
              <a:rect l="l" t="t" r="r" b="b"/>
              <a:pathLst>
                <a:path w="12247549" h="465633">
                  <a:moveTo>
                    <a:pt x="12247311" y="148685"/>
                  </a:moveTo>
                  <a:cubicBezTo>
                    <a:pt x="12190475" y="196794"/>
                    <a:pt x="12097342" y="256042"/>
                    <a:pt x="12001105" y="304388"/>
                  </a:cubicBezTo>
                  <a:cubicBezTo>
                    <a:pt x="11900091" y="344913"/>
                    <a:pt x="11820092" y="363636"/>
                    <a:pt x="11758719" y="334723"/>
                  </a:cubicBezTo>
                  <a:cubicBezTo>
                    <a:pt x="11718361" y="315763"/>
                    <a:pt x="11696869" y="260071"/>
                    <a:pt x="11688750" y="233528"/>
                  </a:cubicBezTo>
                  <a:cubicBezTo>
                    <a:pt x="11687078" y="227840"/>
                    <a:pt x="11679436" y="227129"/>
                    <a:pt x="11676571" y="232106"/>
                  </a:cubicBezTo>
                  <a:cubicBezTo>
                    <a:pt x="11659616" y="262204"/>
                    <a:pt x="11626184" y="337330"/>
                    <a:pt x="11678243" y="394207"/>
                  </a:cubicBezTo>
                  <a:cubicBezTo>
                    <a:pt x="11675377" y="394207"/>
                    <a:pt x="11672273" y="394207"/>
                    <a:pt x="11669407" y="393970"/>
                  </a:cubicBezTo>
                  <a:cubicBezTo>
                    <a:pt x="11628571" y="391600"/>
                    <a:pt x="11590124" y="379277"/>
                    <a:pt x="11552155" y="359844"/>
                  </a:cubicBezTo>
                  <a:cubicBezTo>
                    <a:pt x="11477648" y="286614"/>
                    <a:pt x="11459260" y="221678"/>
                    <a:pt x="11486006" y="173095"/>
                  </a:cubicBezTo>
                  <a:cubicBezTo>
                    <a:pt x="11504871" y="138495"/>
                    <a:pt x="11538782" y="115980"/>
                    <a:pt x="11572214" y="115743"/>
                  </a:cubicBezTo>
                  <a:cubicBezTo>
                    <a:pt x="11565288" y="147500"/>
                    <a:pt x="11590841" y="180442"/>
                    <a:pt x="11638840" y="177835"/>
                  </a:cubicBezTo>
                  <a:cubicBezTo>
                    <a:pt x="11686839" y="175465"/>
                    <a:pt x="11708809" y="155795"/>
                    <a:pt x="11704750" y="111952"/>
                  </a:cubicBezTo>
                  <a:cubicBezTo>
                    <a:pt x="11700451" y="66212"/>
                    <a:pt x="11647198" y="42276"/>
                    <a:pt x="11586064" y="42276"/>
                  </a:cubicBezTo>
                  <a:cubicBezTo>
                    <a:pt x="11524931" y="42276"/>
                    <a:pt x="11456394" y="75455"/>
                    <a:pt x="11425111" y="132333"/>
                  </a:cubicBezTo>
                  <a:cubicBezTo>
                    <a:pt x="11401470" y="175228"/>
                    <a:pt x="11395977" y="218123"/>
                    <a:pt x="11401947" y="256753"/>
                  </a:cubicBezTo>
                  <a:cubicBezTo>
                    <a:pt x="11395022" y="251302"/>
                    <a:pt x="11388097" y="246088"/>
                    <a:pt x="11381171" y="240400"/>
                  </a:cubicBezTo>
                  <a:cubicBezTo>
                    <a:pt x="11297590" y="174517"/>
                    <a:pt x="11203024" y="99865"/>
                    <a:pt x="11084816" y="51993"/>
                  </a:cubicBezTo>
                  <a:cubicBezTo>
                    <a:pt x="10998609" y="16918"/>
                    <a:pt x="10866311" y="-22896"/>
                    <a:pt x="10714432" y="35167"/>
                  </a:cubicBezTo>
                  <a:lnTo>
                    <a:pt x="10714432" y="35167"/>
                  </a:lnTo>
                  <a:cubicBezTo>
                    <a:pt x="10714432" y="35167"/>
                    <a:pt x="10714194" y="35167"/>
                    <a:pt x="10713955" y="35167"/>
                  </a:cubicBezTo>
                  <a:cubicBezTo>
                    <a:pt x="10713955" y="35167"/>
                    <a:pt x="10713955" y="35167"/>
                    <a:pt x="10713716" y="35167"/>
                  </a:cubicBezTo>
                  <a:cubicBezTo>
                    <a:pt x="10553240" y="96784"/>
                    <a:pt x="10440764" y="152477"/>
                    <a:pt x="10376764" y="6491"/>
                  </a:cubicBezTo>
                  <a:cubicBezTo>
                    <a:pt x="10375093" y="2462"/>
                    <a:pt x="10370317" y="329"/>
                    <a:pt x="10366018" y="1988"/>
                  </a:cubicBezTo>
                  <a:cubicBezTo>
                    <a:pt x="10348586" y="8624"/>
                    <a:pt x="10336646" y="17629"/>
                    <a:pt x="10325422" y="36352"/>
                  </a:cubicBezTo>
                  <a:cubicBezTo>
                    <a:pt x="10266915" y="15259"/>
                    <a:pt x="10204826" y="37300"/>
                    <a:pt x="10191453" y="42513"/>
                  </a:cubicBezTo>
                  <a:cubicBezTo>
                    <a:pt x="10190020" y="42987"/>
                    <a:pt x="10189304" y="44883"/>
                    <a:pt x="10190020" y="46305"/>
                  </a:cubicBezTo>
                  <a:cubicBezTo>
                    <a:pt x="10195274" y="58155"/>
                    <a:pt x="10218915" y="107449"/>
                    <a:pt x="10266437" y="133755"/>
                  </a:cubicBezTo>
                  <a:cubicBezTo>
                    <a:pt x="10247333" y="153425"/>
                    <a:pt x="10238975" y="185656"/>
                    <a:pt x="10239452" y="214095"/>
                  </a:cubicBezTo>
                  <a:cubicBezTo>
                    <a:pt x="10239452" y="219308"/>
                    <a:pt x="10245423" y="222626"/>
                    <a:pt x="10249960" y="220019"/>
                  </a:cubicBezTo>
                  <a:cubicBezTo>
                    <a:pt x="10363152" y="157454"/>
                    <a:pt x="10458196" y="151292"/>
                    <a:pt x="10493062" y="151292"/>
                  </a:cubicBezTo>
                  <a:cubicBezTo>
                    <a:pt x="10510016" y="151292"/>
                    <a:pt x="10526017" y="150344"/>
                    <a:pt x="10542016" y="148448"/>
                  </a:cubicBezTo>
                  <a:cubicBezTo>
                    <a:pt x="10485181" y="196557"/>
                    <a:pt x="10398496" y="255805"/>
                    <a:pt x="10302496" y="304151"/>
                  </a:cubicBezTo>
                  <a:cubicBezTo>
                    <a:pt x="10201483" y="344676"/>
                    <a:pt x="10121484" y="363399"/>
                    <a:pt x="10060111" y="334486"/>
                  </a:cubicBezTo>
                  <a:cubicBezTo>
                    <a:pt x="10019753" y="315526"/>
                    <a:pt x="9998261" y="259834"/>
                    <a:pt x="9990142" y="233291"/>
                  </a:cubicBezTo>
                  <a:cubicBezTo>
                    <a:pt x="9988470" y="227603"/>
                    <a:pt x="9980828" y="226892"/>
                    <a:pt x="9977963" y="231869"/>
                  </a:cubicBezTo>
                  <a:cubicBezTo>
                    <a:pt x="9961008" y="261967"/>
                    <a:pt x="9927575" y="337093"/>
                    <a:pt x="9979634" y="393970"/>
                  </a:cubicBezTo>
                  <a:cubicBezTo>
                    <a:pt x="9976769" y="393970"/>
                    <a:pt x="9973664" y="393970"/>
                    <a:pt x="9970799" y="393733"/>
                  </a:cubicBezTo>
                  <a:cubicBezTo>
                    <a:pt x="9929964" y="391363"/>
                    <a:pt x="9891516" y="379040"/>
                    <a:pt x="9853785" y="359607"/>
                  </a:cubicBezTo>
                  <a:cubicBezTo>
                    <a:pt x="9779279" y="286377"/>
                    <a:pt x="9760890" y="221441"/>
                    <a:pt x="9787636" y="172858"/>
                  </a:cubicBezTo>
                  <a:cubicBezTo>
                    <a:pt x="9806741" y="138258"/>
                    <a:pt x="9840651" y="115743"/>
                    <a:pt x="9874083" y="115506"/>
                  </a:cubicBezTo>
                  <a:cubicBezTo>
                    <a:pt x="9867158" y="147263"/>
                    <a:pt x="9892710" y="180205"/>
                    <a:pt x="9940709" y="177598"/>
                  </a:cubicBezTo>
                  <a:cubicBezTo>
                    <a:pt x="9988709" y="175228"/>
                    <a:pt x="10010678" y="155558"/>
                    <a:pt x="10006619" y="111715"/>
                  </a:cubicBezTo>
                  <a:cubicBezTo>
                    <a:pt x="10002321" y="65975"/>
                    <a:pt x="9949068" y="42039"/>
                    <a:pt x="9887934" y="42039"/>
                  </a:cubicBezTo>
                  <a:cubicBezTo>
                    <a:pt x="9826800" y="42039"/>
                    <a:pt x="9758264" y="75218"/>
                    <a:pt x="9726981" y="132096"/>
                  </a:cubicBezTo>
                  <a:cubicBezTo>
                    <a:pt x="9703339" y="174991"/>
                    <a:pt x="9697847" y="217886"/>
                    <a:pt x="9703817" y="256516"/>
                  </a:cubicBezTo>
                  <a:cubicBezTo>
                    <a:pt x="9696891" y="251065"/>
                    <a:pt x="9690205" y="245851"/>
                    <a:pt x="9683040" y="240164"/>
                  </a:cubicBezTo>
                  <a:cubicBezTo>
                    <a:pt x="9599459" y="174280"/>
                    <a:pt x="9504893" y="99628"/>
                    <a:pt x="9386686" y="51756"/>
                  </a:cubicBezTo>
                  <a:cubicBezTo>
                    <a:pt x="9300478" y="16681"/>
                    <a:pt x="9168180" y="-23133"/>
                    <a:pt x="9016302" y="34930"/>
                  </a:cubicBezTo>
                  <a:lnTo>
                    <a:pt x="9016302" y="34930"/>
                  </a:lnTo>
                  <a:cubicBezTo>
                    <a:pt x="9016302" y="34930"/>
                    <a:pt x="9016063" y="34930"/>
                    <a:pt x="9015824" y="34930"/>
                  </a:cubicBezTo>
                  <a:cubicBezTo>
                    <a:pt x="9015824" y="34930"/>
                    <a:pt x="9015824" y="34930"/>
                    <a:pt x="9015585" y="34930"/>
                  </a:cubicBezTo>
                  <a:cubicBezTo>
                    <a:pt x="8855109" y="96547"/>
                    <a:pt x="8742633" y="152240"/>
                    <a:pt x="8678633" y="6254"/>
                  </a:cubicBezTo>
                  <a:cubicBezTo>
                    <a:pt x="8676723" y="2225"/>
                    <a:pt x="8671947" y="92"/>
                    <a:pt x="8667888" y="1751"/>
                  </a:cubicBezTo>
                  <a:cubicBezTo>
                    <a:pt x="8650455" y="8387"/>
                    <a:pt x="8638515" y="17392"/>
                    <a:pt x="8627291" y="36115"/>
                  </a:cubicBezTo>
                  <a:cubicBezTo>
                    <a:pt x="8568784" y="15022"/>
                    <a:pt x="8506695" y="37063"/>
                    <a:pt x="8493322" y="42276"/>
                  </a:cubicBezTo>
                  <a:cubicBezTo>
                    <a:pt x="8491890" y="42750"/>
                    <a:pt x="8491173" y="44646"/>
                    <a:pt x="8491890" y="46068"/>
                  </a:cubicBezTo>
                  <a:cubicBezTo>
                    <a:pt x="8497143" y="57918"/>
                    <a:pt x="8520785" y="107212"/>
                    <a:pt x="8568306" y="133518"/>
                  </a:cubicBezTo>
                  <a:cubicBezTo>
                    <a:pt x="8549202" y="153188"/>
                    <a:pt x="8541083" y="185419"/>
                    <a:pt x="8541321" y="213858"/>
                  </a:cubicBezTo>
                  <a:cubicBezTo>
                    <a:pt x="8541321" y="219071"/>
                    <a:pt x="8547292" y="222389"/>
                    <a:pt x="8551829" y="219782"/>
                  </a:cubicBezTo>
                  <a:cubicBezTo>
                    <a:pt x="8665022" y="157217"/>
                    <a:pt x="8760065" y="151055"/>
                    <a:pt x="8794692" y="151055"/>
                  </a:cubicBezTo>
                  <a:cubicBezTo>
                    <a:pt x="8811647" y="151055"/>
                    <a:pt x="8827647" y="150107"/>
                    <a:pt x="8843647" y="148211"/>
                  </a:cubicBezTo>
                  <a:cubicBezTo>
                    <a:pt x="8786811" y="196320"/>
                    <a:pt x="8700126" y="255568"/>
                    <a:pt x="8604127" y="303914"/>
                  </a:cubicBezTo>
                  <a:cubicBezTo>
                    <a:pt x="8503114" y="344439"/>
                    <a:pt x="8423114" y="363162"/>
                    <a:pt x="8361742" y="334249"/>
                  </a:cubicBezTo>
                  <a:cubicBezTo>
                    <a:pt x="8321384" y="315290"/>
                    <a:pt x="8299892" y="259597"/>
                    <a:pt x="8291773" y="233054"/>
                  </a:cubicBezTo>
                  <a:cubicBezTo>
                    <a:pt x="8290101" y="227366"/>
                    <a:pt x="8282459" y="226655"/>
                    <a:pt x="8279593" y="231632"/>
                  </a:cubicBezTo>
                  <a:cubicBezTo>
                    <a:pt x="8262639" y="261730"/>
                    <a:pt x="8229206" y="336856"/>
                    <a:pt x="8281265" y="393733"/>
                  </a:cubicBezTo>
                  <a:cubicBezTo>
                    <a:pt x="8278400" y="393733"/>
                    <a:pt x="8275295" y="393733"/>
                    <a:pt x="8272430" y="393496"/>
                  </a:cubicBezTo>
                  <a:cubicBezTo>
                    <a:pt x="8231594" y="391126"/>
                    <a:pt x="8193386" y="378803"/>
                    <a:pt x="8155416" y="359370"/>
                  </a:cubicBezTo>
                  <a:cubicBezTo>
                    <a:pt x="8080909" y="286140"/>
                    <a:pt x="8062282" y="221204"/>
                    <a:pt x="8089267" y="172621"/>
                  </a:cubicBezTo>
                  <a:cubicBezTo>
                    <a:pt x="8108372" y="138021"/>
                    <a:pt x="8142282" y="115506"/>
                    <a:pt x="8175714" y="115269"/>
                  </a:cubicBezTo>
                  <a:cubicBezTo>
                    <a:pt x="8168789" y="147026"/>
                    <a:pt x="8194340" y="179968"/>
                    <a:pt x="8242340" y="177361"/>
                  </a:cubicBezTo>
                  <a:cubicBezTo>
                    <a:pt x="8290340" y="174991"/>
                    <a:pt x="8312309" y="155321"/>
                    <a:pt x="8308250" y="111478"/>
                  </a:cubicBezTo>
                  <a:cubicBezTo>
                    <a:pt x="8303951" y="65738"/>
                    <a:pt x="8250459" y="41802"/>
                    <a:pt x="8189565" y="41802"/>
                  </a:cubicBezTo>
                  <a:cubicBezTo>
                    <a:pt x="8128670" y="41802"/>
                    <a:pt x="8059895" y="74981"/>
                    <a:pt x="8028611" y="131859"/>
                  </a:cubicBezTo>
                  <a:cubicBezTo>
                    <a:pt x="8004970" y="174754"/>
                    <a:pt x="7999477" y="217649"/>
                    <a:pt x="8005447" y="256279"/>
                  </a:cubicBezTo>
                  <a:cubicBezTo>
                    <a:pt x="7998522" y="250828"/>
                    <a:pt x="7991597" y="245614"/>
                    <a:pt x="7984671" y="239927"/>
                  </a:cubicBezTo>
                  <a:cubicBezTo>
                    <a:pt x="7901329" y="174043"/>
                    <a:pt x="7806524" y="99391"/>
                    <a:pt x="7688555" y="51519"/>
                  </a:cubicBezTo>
                  <a:cubicBezTo>
                    <a:pt x="7602347" y="16444"/>
                    <a:pt x="7470050" y="-23370"/>
                    <a:pt x="7318171" y="34693"/>
                  </a:cubicBezTo>
                  <a:lnTo>
                    <a:pt x="7318171" y="34693"/>
                  </a:lnTo>
                  <a:cubicBezTo>
                    <a:pt x="7318171" y="34693"/>
                    <a:pt x="7317933" y="34693"/>
                    <a:pt x="7317694" y="34693"/>
                  </a:cubicBezTo>
                  <a:cubicBezTo>
                    <a:pt x="7317694" y="34693"/>
                    <a:pt x="7317694" y="34693"/>
                    <a:pt x="7317455" y="34693"/>
                  </a:cubicBezTo>
                  <a:cubicBezTo>
                    <a:pt x="7156979" y="96310"/>
                    <a:pt x="7044502" y="152003"/>
                    <a:pt x="6980503" y="6017"/>
                  </a:cubicBezTo>
                  <a:cubicBezTo>
                    <a:pt x="6978593" y="1988"/>
                    <a:pt x="6974056" y="-145"/>
                    <a:pt x="6969757" y="1514"/>
                  </a:cubicBezTo>
                  <a:cubicBezTo>
                    <a:pt x="6952325" y="8150"/>
                    <a:pt x="6940385" y="17155"/>
                    <a:pt x="6929161" y="35878"/>
                  </a:cubicBezTo>
                  <a:cubicBezTo>
                    <a:pt x="6870654" y="14785"/>
                    <a:pt x="6808565" y="36826"/>
                    <a:pt x="6795192" y="42039"/>
                  </a:cubicBezTo>
                  <a:cubicBezTo>
                    <a:pt x="6793759" y="42513"/>
                    <a:pt x="6793043" y="44409"/>
                    <a:pt x="6793759" y="45831"/>
                  </a:cubicBezTo>
                  <a:cubicBezTo>
                    <a:pt x="6799013" y="57681"/>
                    <a:pt x="6822654" y="106975"/>
                    <a:pt x="6870176" y="133281"/>
                  </a:cubicBezTo>
                  <a:cubicBezTo>
                    <a:pt x="6851072" y="152951"/>
                    <a:pt x="6842714" y="185182"/>
                    <a:pt x="6843191" y="213621"/>
                  </a:cubicBezTo>
                  <a:cubicBezTo>
                    <a:pt x="6843191" y="218834"/>
                    <a:pt x="6849162" y="222152"/>
                    <a:pt x="6853699" y="219545"/>
                  </a:cubicBezTo>
                  <a:cubicBezTo>
                    <a:pt x="6966891" y="156980"/>
                    <a:pt x="7061935" y="150818"/>
                    <a:pt x="7096561" y="150818"/>
                  </a:cubicBezTo>
                  <a:cubicBezTo>
                    <a:pt x="7113517" y="150818"/>
                    <a:pt x="7129516" y="149870"/>
                    <a:pt x="7145517" y="147974"/>
                  </a:cubicBezTo>
                  <a:cubicBezTo>
                    <a:pt x="7088681" y="196083"/>
                    <a:pt x="7001996" y="255331"/>
                    <a:pt x="6905997" y="303677"/>
                  </a:cubicBezTo>
                  <a:cubicBezTo>
                    <a:pt x="6804744" y="344202"/>
                    <a:pt x="6724983" y="362925"/>
                    <a:pt x="6663612" y="334012"/>
                  </a:cubicBezTo>
                  <a:cubicBezTo>
                    <a:pt x="6623254" y="315053"/>
                    <a:pt x="6601761" y="259360"/>
                    <a:pt x="6593642" y="232817"/>
                  </a:cubicBezTo>
                  <a:cubicBezTo>
                    <a:pt x="6591971" y="227129"/>
                    <a:pt x="6584329" y="226418"/>
                    <a:pt x="6581463" y="231395"/>
                  </a:cubicBezTo>
                  <a:cubicBezTo>
                    <a:pt x="6564508" y="261493"/>
                    <a:pt x="6531314" y="336619"/>
                    <a:pt x="6583134" y="393496"/>
                  </a:cubicBezTo>
                  <a:cubicBezTo>
                    <a:pt x="6580269" y="393496"/>
                    <a:pt x="6577164" y="393496"/>
                    <a:pt x="6574299" y="393259"/>
                  </a:cubicBezTo>
                  <a:cubicBezTo>
                    <a:pt x="6533702" y="390889"/>
                    <a:pt x="6495255" y="378566"/>
                    <a:pt x="6457285" y="359133"/>
                  </a:cubicBezTo>
                  <a:cubicBezTo>
                    <a:pt x="6382779" y="285903"/>
                    <a:pt x="6364391" y="220967"/>
                    <a:pt x="6391137" y="172384"/>
                  </a:cubicBezTo>
                  <a:cubicBezTo>
                    <a:pt x="6410241" y="137784"/>
                    <a:pt x="6444151" y="115269"/>
                    <a:pt x="6477584" y="115032"/>
                  </a:cubicBezTo>
                  <a:cubicBezTo>
                    <a:pt x="6470658" y="146789"/>
                    <a:pt x="6496210" y="179731"/>
                    <a:pt x="6544210" y="177124"/>
                  </a:cubicBezTo>
                  <a:cubicBezTo>
                    <a:pt x="6592209" y="174754"/>
                    <a:pt x="6614179" y="155084"/>
                    <a:pt x="6610119" y="111241"/>
                  </a:cubicBezTo>
                  <a:cubicBezTo>
                    <a:pt x="6605821" y="65501"/>
                    <a:pt x="6552329" y="41565"/>
                    <a:pt x="6491434" y="41565"/>
                  </a:cubicBezTo>
                  <a:cubicBezTo>
                    <a:pt x="6430539" y="41565"/>
                    <a:pt x="6361764" y="74744"/>
                    <a:pt x="6330481" y="131622"/>
                  </a:cubicBezTo>
                  <a:cubicBezTo>
                    <a:pt x="6306839" y="174517"/>
                    <a:pt x="6301347" y="217412"/>
                    <a:pt x="6307317" y="256042"/>
                  </a:cubicBezTo>
                  <a:cubicBezTo>
                    <a:pt x="6300391" y="250591"/>
                    <a:pt x="6293705" y="245377"/>
                    <a:pt x="6286541" y="239690"/>
                  </a:cubicBezTo>
                  <a:cubicBezTo>
                    <a:pt x="6202960" y="173806"/>
                    <a:pt x="6108393" y="99154"/>
                    <a:pt x="5990186" y="51282"/>
                  </a:cubicBezTo>
                  <a:cubicBezTo>
                    <a:pt x="5903978" y="16207"/>
                    <a:pt x="5771681" y="-23607"/>
                    <a:pt x="5619802" y="34456"/>
                  </a:cubicBezTo>
                  <a:lnTo>
                    <a:pt x="5619802" y="34456"/>
                  </a:lnTo>
                  <a:cubicBezTo>
                    <a:pt x="5619802" y="34456"/>
                    <a:pt x="5619563" y="34456"/>
                    <a:pt x="5619324" y="34456"/>
                  </a:cubicBezTo>
                  <a:cubicBezTo>
                    <a:pt x="5619324" y="34456"/>
                    <a:pt x="5619324" y="34456"/>
                    <a:pt x="5619085" y="34456"/>
                  </a:cubicBezTo>
                  <a:cubicBezTo>
                    <a:pt x="5458610" y="96073"/>
                    <a:pt x="5346133" y="151766"/>
                    <a:pt x="5282134" y="5780"/>
                  </a:cubicBezTo>
                  <a:cubicBezTo>
                    <a:pt x="5280224" y="1751"/>
                    <a:pt x="5275686" y="-382"/>
                    <a:pt x="5271388" y="1277"/>
                  </a:cubicBezTo>
                  <a:cubicBezTo>
                    <a:pt x="5253955" y="7913"/>
                    <a:pt x="5242015" y="16918"/>
                    <a:pt x="5230791" y="35641"/>
                  </a:cubicBezTo>
                  <a:cubicBezTo>
                    <a:pt x="5172284" y="14548"/>
                    <a:pt x="5110195" y="36589"/>
                    <a:pt x="5096822" y="41802"/>
                  </a:cubicBezTo>
                  <a:cubicBezTo>
                    <a:pt x="5095390" y="42276"/>
                    <a:pt x="5094673" y="44172"/>
                    <a:pt x="5095390" y="45594"/>
                  </a:cubicBezTo>
                  <a:cubicBezTo>
                    <a:pt x="5100643" y="57444"/>
                    <a:pt x="5124285" y="106738"/>
                    <a:pt x="5171807" y="133044"/>
                  </a:cubicBezTo>
                  <a:cubicBezTo>
                    <a:pt x="5152702" y="152714"/>
                    <a:pt x="5144344" y="184945"/>
                    <a:pt x="5144822" y="213384"/>
                  </a:cubicBezTo>
                  <a:cubicBezTo>
                    <a:pt x="5144822" y="218597"/>
                    <a:pt x="5150792" y="221915"/>
                    <a:pt x="5155329" y="219308"/>
                  </a:cubicBezTo>
                  <a:cubicBezTo>
                    <a:pt x="5268522" y="156743"/>
                    <a:pt x="5363566" y="150581"/>
                    <a:pt x="5398192" y="150581"/>
                  </a:cubicBezTo>
                  <a:cubicBezTo>
                    <a:pt x="5415147" y="150581"/>
                    <a:pt x="5431147" y="149633"/>
                    <a:pt x="5447147" y="147737"/>
                  </a:cubicBezTo>
                  <a:cubicBezTo>
                    <a:pt x="5390312" y="195846"/>
                    <a:pt x="5303626" y="255094"/>
                    <a:pt x="5207627" y="303440"/>
                  </a:cubicBezTo>
                  <a:cubicBezTo>
                    <a:pt x="5106613" y="343965"/>
                    <a:pt x="5026614" y="362688"/>
                    <a:pt x="4965242" y="333775"/>
                  </a:cubicBezTo>
                  <a:cubicBezTo>
                    <a:pt x="4924884" y="314816"/>
                    <a:pt x="4903392" y="259123"/>
                    <a:pt x="4895272" y="232580"/>
                  </a:cubicBezTo>
                  <a:cubicBezTo>
                    <a:pt x="4893601" y="226892"/>
                    <a:pt x="4885959" y="226181"/>
                    <a:pt x="4883093" y="231158"/>
                  </a:cubicBezTo>
                  <a:cubicBezTo>
                    <a:pt x="4866138" y="261256"/>
                    <a:pt x="4832945" y="336382"/>
                    <a:pt x="4884765" y="393259"/>
                  </a:cubicBezTo>
                  <a:cubicBezTo>
                    <a:pt x="4881899" y="393259"/>
                    <a:pt x="4878795" y="393259"/>
                    <a:pt x="4875929" y="393022"/>
                  </a:cubicBezTo>
                  <a:cubicBezTo>
                    <a:pt x="4835094" y="390652"/>
                    <a:pt x="4796885" y="378329"/>
                    <a:pt x="4758916" y="358896"/>
                  </a:cubicBezTo>
                  <a:cubicBezTo>
                    <a:pt x="4684409" y="285666"/>
                    <a:pt x="4666021" y="220730"/>
                    <a:pt x="4692767" y="172147"/>
                  </a:cubicBezTo>
                  <a:cubicBezTo>
                    <a:pt x="4711872" y="137547"/>
                    <a:pt x="4745782" y="115032"/>
                    <a:pt x="4779214" y="114795"/>
                  </a:cubicBezTo>
                  <a:cubicBezTo>
                    <a:pt x="4772289" y="146552"/>
                    <a:pt x="4797840" y="179494"/>
                    <a:pt x="4845840" y="176887"/>
                  </a:cubicBezTo>
                  <a:cubicBezTo>
                    <a:pt x="4893840" y="174517"/>
                    <a:pt x="4915809" y="154847"/>
                    <a:pt x="4911750" y="111004"/>
                  </a:cubicBezTo>
                  <a:cubicBezTo>
                    <a:pt x="4907452" y="65264"/>
                    <a:pt x="4853959" y="41328"/>
                    <a:pt x="4793065" y="41328"/>
                  </a:cubicBezTo>
                  <a:cubicBezTo>
                    <a:pt x="4732170" y="41328"/>
                    <a:pt x="4663394" y="74507"/>
                    <a:pt x="4632111" y="131385"/>
                  </a:cubicBezTo>
                  <a:cubicBezTo>
                    <a:pt x="4608470" y="174280"/>
                    <a:pt x="4602977" y="217175"/>
                    <a:pt x="4608947" y="255805"/>
                  </a:cubicBezTo>
                  <a:cubicBezTo>
                    <a:pt x="4602022" y="250354"/>
                    <a:pt x="4595335" y="245140"/>
                    <a:pt x="4588171" y="239453"/>
                  </a:cubicBezTo>
                  <a:cubicBezTo>
                    <a:pt x="4504590" y="173569"/>
                    <a:pt x="4410024" y="98917"/>
                    <a:pt x="4291817" y="51045"/>
                  </a:cubicBezTo>
                  <a:cubicBezTo>
                    <a:pt x="4205608" y="15970"/>
                    <a:pt x="4073311" y="-23844"/>
                    <a:pt x="3921432" y="34219"/>
                  </a:cubicBezTo>
                  <a:lnTo>
                    <a:pt x="3921432" y="34219"/>
                  </a:lnTo>
                  <a:cubicBezTo>
                    <a:pt x="3921432" y="34219"/>
                    <a:pt x="3921193" y="34219"/>
                    <a:pt x="3920955" y="34219"/>
                  </a:cubicBezTo>
                  <a:cubicBezTo>
                    <a:pt x="3920955" y="34219"/>
                    <a:pt x="3920955" y="34219"/>
                    <a:pt x="3920716" y="34219"/>
                  </a:cubicBezTo>
                  <a:cubicBezTo>
                    <a:pt x="3760240" y="95836"/>
                    <a:pt x="3647764" y="151529"/>
                    <a:pt x="3583764" y="5543"/>
                  </a:cubicBezTo>
                  <a:cubicBezTo>
                    <a:pt x="3582093" y="1514"/>
                    <a:pt x="3577316" y="-619"/>
                    <a:pt x="3573018" y="1040"/>
                  </a:cubicBezTo>
                  <a:cubicBezTo>
                    <a:pt x="3555586" y="7676"/>
                    <a:pt x="3543645" y="16681"/>
                    <a:pt x="3532422" y="35404"/>
                  </a:cubicBezTo>
                  <a:cubicBezTo>
                    <a:pt x="3473915" y="14311"/>
                    <a:pt x="3411826" y="36352"/>
                    <a:pt x="3398453" y="41565"/>
                  </a:cubicBezTo>
                  <a:cubicBezTo>
                    <a:pt x="3397020" y="42039"/>
                    <a:pt x="3396304" y="43935"/>
                    <a:pt x="3397020" y="45357"/>
                  </a:cubicBezTo>
                  <a:cubicBezTo>
                    <a:pt x="3402274" y="57207"/>
                    <a:pt x="3425915" y="106501"/>
                    <a:pt x="3473437" y="132807"/>
                  </a:cubicBezTo>
                  <a:cubicBezTo>
                    <a:pt x="3454333" y="152477"/>
                    <a:pt x="3445975" y="184708"/>
                    <a:pt x="3446452" y="213147"/>
                  </a:cubicBezTo>
                  <a:cubicBezTo>
                    <a:pt x="3446452" y="218360"/>
                    <a:pt x="3452422" y="221678"/>
                    <a:pt x="3456960" y="219071"/>
                  </a:cubicBezTo>
                  <a:cubicBezTo>
                    <a:pt x="3570153" y="156506"/>
                    <a:pt x="3665196" y="150344"/>
                    <a:pt x="3700062" y="150344"/>
                  </a:cubicBezTo>
                  <a:cubicBezTo>
                    <a:pt x="3717017" y="150344"/>
                    <a:pt x="3733016" y="149396"/>
                    <a:pt x="3749016" y="147500"/>
                  </a:cubicBezTo>
                  <a:cubicBezTo>
                    <a:pt x="3692181" y="195609"/>
                    <a:pt x="3605495" y="254857"/>
                    <a:pt x="3509496" y="303203"/>
                  </a:cubicBezTo>
                  <a:cubicBezTo>
                    <a:pt x="3408483" y="343728"/>
                    <a:pt x="3328483" y="362451"/>
                    <a:pt x="3267111" y="333538"/>
                  </a:cubicBezTo>
                  <a:cubicBezTo>
                    <a:pt x="3226753" y="314579"/>
                    <a:pt x="3205261" y="258886"/>
                    <a:pt x="3197142" y="232343"/>
                  </a:cubicBezTo>
                  <a:cubicBezTo>
                    <a:pt x="3195470" y="226655"/>
                    <a:pt x="3187828" y="225944"/>
                    <a:pt x="3184963" y="230921"/>
                  </a:cubicBezTo>
                  <a:cubicBezTo>
                    <a:pt x="3168007" y="261019"/>
                    <a:pt x="3134575" y="336145"/>
                    <a:pt x="3186634" y="393022"/>
                  </a:cubicBezTo>
                  <a:cubicBezTo>
                    <a:pt x="3183769" y="393022"/>
                    <a:pt x="3180664" y="393022"/>
                    <a:pt x="3177799" y="392785"/>
                  </a:cubicBezTo>
                  <a:cubicBezTo>
                    <a:pt x="3137202" y="390416"/>
                    <a:pt x="3098755" y="378092"/>
                    <a:pt x="3060785" y="358659"/>
                  </a:cubicBezTo>
                  <a:cubicBezTo>
                    <a:pt x="2986278" y="285429"/>
                    <a:pt x="2967652" y="220493"/>
                    <a:pt x="2994636" y="171910"/>
                  </a:cubicBezTo>
                  <a:cubicBezTo>
                    <a:pt x="3013741" y="137310"/>
                    <a:pt x="3047412" y="114795"/>
                    <a:pt x="3080844" y="114558"/>
                  </a:cubicBezTo>
                  <a:cubicBezTo>
                    <a:pt x="3073919" y="146315"/>
                    <a:pt x="3099471" y="179257"/>
                    <a:pt x="3147470" y="176650"/>
                  </a:cubicBezTo>
                  <a:cubicBezTo>
                    <a:pt x="3195470" y="174280"/>
                    <a:pt x="3217440" y="154610"/>
                    <a:pt x="3213380" y="110767"/>
                  </a:cubicBezTo>
                  <a:cubicBezTo>
                    <a:pt x="3209082" y="65027"/>
                    <a:pt x="3155590" y="41091"/>
                    <a:pt x="3094695" y="41091"/>
                  </a:cubicBezTo>
                  <a:cubicBezTo>
                    <a:pt x="3033800" y="41091"/>
                    <a:pt x="2965025" y="74270"/>
                    <a:pt x="2933742" y="131148"/>
                  </a:cubicBezTo>
                  <a:cubicBezTo>
                    <a:pt x="2910100" y="174043"/>
                    <a:pt x="2904608" y="216938"/>
                    <a:pt x="2910578" y="255568"/>
                  </a:cubicBezTo>
                  <a:cubicBezTo>
                    <a:pt x="2903652" y="250117"/>
                    <a:pt x="2896966" y="244903"/>
                    <a:pt x="2889802" y="239216"/>
                  </a:cubicBezTo>
                  <a:cubicBezTo>
                    <a:pt x="2806221" y="173332"/>
                    <a:pt x="2711654" y="98680"/>
                    <a:pt x="2593447" y="50808"/>
                  </a:cubicBezTo>
                  <a:cubicBezTo>
                    <a:pt x="2507239" y="15733"/>
                    <a:pt x="2374942" y="-24081"/>
                    <a:pt x="2223063" y="33982"/>
                  </a:cubicBezTo>
                  <a:lnTo>
                    <a:pt x="2223063" y="33982"/>
                  </a:lnTo>
                  <a:cubicBezTo>
                    <a:pt x="2223063" y="33982"/>
                    <a:pt x="2222824" y="33982"/>
                    <a:pt x="2222585" y="33982"/>
                  </a:cubicBezTo>
                  <a:cubicBezTo>
                    <a:pt x="2222585" y="33982"/>
                    <a:pt x="2222585" y="33982"/>
                    <a:pt x="2222346" y="33982"/>
                  </a:cubicBezTo>
                  <a:cubicBezTo>
                    <a:pt x="2061870" y="95599"/>
                    <a:pt x="1949394" y="151292"/>
                    <a:pt x="1885395" y="5306"/>
                  </a:cubicBezTo>
                  <a:cubicBezTo>
                    <a:pt x="1883484" y="1277"/>
                    <a:pt x="1878708" y="-856"/>
                    <a:pt x="1874649" y="803"/>
                  </a:cubicBezTo>
                  <a:cubicBezTo>
                    <a:pt x="1857216" y="7439"/>
                    <a:pt x="1845276" y="16444"/>
                    <a:pt x="1834052" y="35167"/>
                  </a:cubicBezTo>
                  <a:cubicBezTo>
                    <a:pt x="1775545" y="14074"/>
                    <a:pt x="1713456" y="36115"/>
                    <a:pt x="1700083" y="41328"/>
                  </a:cubicBezTo>
                  <a:cubicBezTo>
                    <a:pt x="1698651" y="41802"/>
                    <a:pt x="1697934" y="43698"/>
                    <a:pt x="1698651" y="45120"/>
                  </a:cubicBezTo>
                  <a:cubicBezTo>
                    <a:pt x="1703665" y="56970"/>
                    <a:pt x="1727307" y="106264"/>
                    <a:pt x="1775068" y="132570"/>
                  </a:cubicBezTo>
                  <a:cubicBezTo>
                    <a:pt x="1755963" y="152240"/>
                    <a:pt x="1747605" y="184471"/>
                    <a:pt x="1748083" y="212910"/>
                  </a:cubicBezTo>
                  <a:cubicBezTo>
                    <a:pt x="1748083" y="218123"/>
                    <a:pt x="1754053" y="221441"/>
                    <a:pt x="1758590" y="218834"/>
                  </a:cubicBezTo>
                  <a:cubicBezTo>
                    <a:pt x="1871783" y="156269"/>
                    <a:pt x="1966827" y="150107"/>
                    <a:pt x="2001453" y="150107"/>
                  </a:cubicBezTo>
                  <a:cubicBezTo>
                    <a:pt x="2018408" y="150107"/>
                    <a:pt x="2034408" y="149159"/>
                    <a:pt x="2050408" y="147263"/>
                  </a:cubicBezTo>
                  <a:cubicBezTo>
                    <a:pt x="1993573" y="195372"/>
                    <a:pt x="1906887" y="254620"/>
                    <a:pt x="1810888" y="302966"/>
                  </a:cubicBezTo>
                  <a:cubicBezTo>
                    <a:pt x="1709874" y="343491"/>
                    <a:pt x="1629875" y="362214"/>
                    <a:pt x="1568503" y="333301"/>
                  </a:cubicBezTo>
                  <a:cubicBezTo>
                    <a:pt x="1528145" y="314342"/>
                    <a:pt x="1506653" y="258649"/>
                    <a:pt x="1498533" y="232106"/>
                  </a:cubicBezTo>
                  <a:cubicBezTo>
                    <a:pt x="1496862" y="226418"/>
                    <a:pt x="1489220" y="225707"/>
                    <a:pt x="1486354" y="230684"/>
                  </a:cubicBezTo>
                  <a:cubicBezTo>
                    <a:pt x="1469399" y="260782"/>
                    <a:pt x="1436206" y="335908"/>
                    <a:pt x="1488026" y="392785"/>
                  </a:cubicBezTo>
                  <a:cubicBezTo>
                    <a:pt x="1485160" y="392785"/>
                    <a:pt x="1482056" y="392785"/>
                    <a:pt x="1479190" y="392548"/>
                  </a:cubicBezTo>
                  <a:cubicBezTo>
                    <a:pt x="1438355" y="390179"/>
                    <a:pt x="1399908" y="377855"/>
                    <a:pt x="1362177" y="358422"/>
                  </a:cubicBezTo>
                  <a:cubicBezTo>
                    <a:pt x="1287670" y="285192"/>
                    <a:pt x="1269043" y="220256"/>
                    <a:pt x="1296028" y="171673"/>
                  </a:cubicBezTo>
                  <a:cubicBezTo>
                    <a:pt x="1315132" y="137073"/>
                    <a:pt x="1349042" y="114558"/>
                    <a:pt x="1382236" y="114322"/>
                  </a:cubicBezTo>
                  <a:cubicBezTo>
                    <a:pt x="1375311" y="146078"/>
                    <a:pt x="1400863" y="179020"/>
                    <a:pt x="1448862" y="176413"/>
                  </a:cubicBezTo>
                  <a:cubicBezTo>
                    <a:pt x="1496862" y="174043"/>
                    <a:pt x="1518832" y="154373"/>
                    <a:pt x="1514772" y="110530"/>
                  </a:cubicBezTo>
                  <a:cubicBezTo>
                    <a:pt x="1510474" y="64790"/>
                    <a:pt x="1456982" y="40854"/>
                    <a:pt x="1396087" y="40854"/>
                  </a:cubicBezTo>
                  <a:cubicBezTo>
                    <a:pt x="1335192" y="40854"/>
                    <a:pt x="1266416" y="74033"/>
                    <a:pt x="1235133" y="130911"/>
                  </a:cubicBezTo>
                  <a:cubicBezTo>
                    <a:pt x="1211492" y="173806"/>
                    <a:pt x="1205999" y="216701"/>
                    <a:pt x="1211969" y="255331"/>
                  </a:cubicBezTo>
                  <a:cubicBezTo>
                    <a:pt x="1205044" y="249880"/>
                    <a:pt x="1198358" y="244666"/>
                    <a:pt x="1191193" y="238979"/>
                  </a:cubicBezTo>
                  <a:cubicBezTo>
                    <a:pt x="1107612" y="173095"/>
                    <a:pt x="1013046" y="98443"/>
                    <a:pt x="895077" y="50571"/>
                  </a:cubicBezTo>
                  <a:cubicBezTo>
                    <a:pt x="808869" y="15496"/>
                    <a:pt x="676572" y="-24318"/>
                    <a:pt x="524693" y="33745"/>
                  </a:cubicBezTo>
                  <a:lnTo>
                    <a:pt x="524693" y="33745"/>
                  </a:lnTo>
                  <a:cubicBezTo>
                    <a:pt x="524693" y="33745"/>
                    <a:pt x="524454" y="33745"/>
                    <a:pt x="524216" y="33745"/>
                  </a:cubicBezTo>
                  <a:cubicBezTo>
                    <a:pt x="524216" y="33745"/>
                    <a:pt x="524216" y="33745"/>
                    <a:pt x="523977" y="33745"/>
                  </a:cubicBezTo>
                  <a:cubicBezTo>
                    <a:pt x="363501" y="95362"/>
                    <a:pt x="251025" y="151055"/>
                    <a:pt x="187025" y="5069"/>
                  </a:cubicBezTo>
                  <a:cubicBezTo>
                    <a:pt x="185115" y="1040"/>
                    <a:pt x="180578" y="-1093"/>
                    <a:pt x="176279" y="566"/>
                  </a:cubicBezTo>
                  <a:cubicBezTo>
                    <a:pt x="158846" y="7202"/>
                    <a:pt x="146906" y="16207"/>
                    <a:pt x="135683" y="34930"/>
                  </a:cubicBezTo>
                  <a:cubicBezTo>
                    <a:pt x="77176" y="13837"/>
                    <a:pt x="15087" y="35878"/>
                    <a:pt x="1714" y="41091"/>
                  </a:cubicBezTo>
                  <a:cubicBezTo>
                    <a:pt x="281" y="41565"/>
                    <a:pt x="-435" y="43461"/>
                    <a:pt x="281" y="44883"/>
                  </a:cubicBezTo>
                  <a:cubicBezTo>
                    <a:pt x="5535" y="56733"/>
                    <a:pt x="29176" y="106027"/>
                    <a:pt x="76698" y="132333"/>
                  </a:cubicBezTo>
                  <a:cubicBezTo>
                    <a:pt x="57594" y="152003"/>
                    <a:pt x="49236" y="184234"/>
                    <a:pt x="49713" y="212673"/>
                  </a:cubicBezTo>
                  <a:cubicBezTo>
                    <a:pt x="49713" y="217886"/>
                    <a:pt x="55683" y="221204"/>
                    <a:pt x="60221" y="218597"/>
                  </a:cubicBezTo>
                  <a:cubicBezTo>
                    <a:pt x="173413" y="156032"/>
                    <a:pt x="268457" y="149870"/>
                    <a:pt x="303084" y="149870"/>
                  </a:cubicBezTo>
                  <a:cubicBezTo>
                    <a:pt x="333889" y="149870"/>
                    <a:pt x="361352" y="147263"/>
                    <a:pt x="391680" y="139205"/>
                  </a:cubicBezTo>
                  <a:cubicBezTo>
                    <a:pt x="377829" y="162194"/>
                    <a:pt x="368516" y="187315"/>
                    <a:pt x="364695" y="214332"/>
                  </a:cubicBezTo>
                  <a:cubicBezTo>
                    <a:pt x="355382" y="278319"/>
                    <a:pt x="377590" y="341595"/>
                    <a:pt x="425112" y="376196"/>
                  </a:cubicBezTo>
                  <a:cubicBezTo>
                    <a:pt x="489828" y="423357"/>
                    <a:pt x="541648" y="418143"/>
                    <a:pt x="577469" y="408190"/>
                  </a:cubicBezTo>
                  <a:cubicBezTo>
                    <a:pt x="613289" y="398236"/>
                    <a:pt x="643856" y="373589"/>
                    <a:pt x="642662" y="336382"/>
                  </a:cubicBezTo>
                  <a:cubicBezTo>
                    <a:pt x="641707" y="303677"/>
                    <a:pt x="618782" y="279978"/>
                    <a:pt x="579857" y="286851"/>
                  </a:cubicBezTo>
                  <a:cubicBezTo>
                    <a:pt x="552872" y="291590"/>
                    <a:pt x="523738" y="312209"/>
                    <a:pt x="523022" y="356763"/>
                  </a:cubicBezTo>
                  <a:cubicBezTo>
                    <a:pt x="431560" y="343017"/>
                    <a:pt x="434664" y="260782"/>
                    <a:pt x="440396" y="221915"/>
                  </a:cubicBezTo>
                  <a:cubicBezTo>
                    <a:pt x="448515" y="166933"/>
                    <a:pt x="483380" y="123327"/>
                    <a:pt x="549051" y="98206"/>
                  </a:cubicBezTo>
                  <a:cubicBezTo>
                    <a:pt x="592513" y="81617"/>
                    <a:pt x="634065" y="74270"/>
                    <a:pt x="672990" y="73085"/>
                  </a:cubicBezTo>
                  <a:cubicBezTo>
                    <a:pt x="599677" y="124986"/>
                    <a:pt x="625946" y="202245"/>
                    <a:pt x="641946" y="235424"/>
                  </a:cubicBezTo>
                  <a:cubicBezTo>
                    <a:pt x="644334" y="240400"/>
                    <a:pt x="651737" y="239453"/>
                    <a:pt x="652692" y="234002"/>
                  </a:cubicBezTo>
                  <a:cubicBezTo>
                    <a:pt x="656751" y="208644"/>
                    <a:pt x="669886" y="162194"/>
                    <a:pt x="712393" y="140864"/>
                  </a:cubicBezTo>
                  <a:cubicBezTo>
                    <a:pt x="768512" y="112900"/>
                    <a:pt x="842779" y="108871"/>
                    <a:pt x="936390" y="146315"/>
                  </a:cubicBezTo>
                  <a:cubicBezTo>
                    <a:pt x="1014957" y="188263"/>
                    <a:pt x="1082299" y="241348"/>
                    <a:pt x="1147970" y="293012"/>
                  </a:cubicBezTo>
                  <a:cubicBezTo>
                    <a:pt x="1154895" y="298463"/>
                    <a:pt x="1161582" y="303914"/>
                    <a:pt x="1168507" y="309128"/>
                  </a:cubicBezTo>
                  <a:cubicBezTo>
                    <a:pt x="1142716" y="304862"/>
                    <a:pt x="1119075" y="305099"/>
                    <a:pt x="1092329" y="305099"/>
                  </a:cubicBezTo>
                  <a:cubicBezTo>
                    <a:pt x="1057464" y="305099"/>
                    <a:pt x="959554" y="296567"/>
                    <a:pt x="881227" y="250828"/>
                  </a:cubicBezTo>
                  <a:cubicBezTo>
                    <a:pt x="876689" y="248221"/>
                    <a:pt x="871675" y="251539"/>
                    <a:pt x="870719" y="256753"/>
                  </a:cubicBezTo>
                  <a:cubicBezTo>
                    <a:pt x="865943" y="286140"/>
                    <a:pt x="861167" y="314342"/>
                    <a:pt x="875973" y="331879"/>
                  </a:cubicBezTo>
                  <a:cubicBezTo>
                    <a:pt x="828212" y="357948"/>
                    <a:pt x="796213" y="407479"/>
                    <a:pt x="791198" y="419328"/>
                  </a:cubicBezTo>
                  <a:cubicBezTo>
                    <a:pt x="790481" y="420750"/>
                    <a:pt x="791198" y="422409"/>
                    <a:pt x="792631" y="423120"/>
                  </a:cubicBezTo>
                  <a:cubicBezTo>
                    <a:pt x="806004" y="428334"/>
                    <a:pt x="860451" y="442316"/>
                    <a:pt x="918958" y="421224"/>
                  </a:cubicBezTo>
                  <a:cubicBezTo>
                    <a:pt x="930181" y="439947"/>
                    <a:pt x="958121" y="457010"/>
                    <a:pt x="975554" y="463646"/>
                  </a:cubicBezTo>
                  <a:cubicBezTo>
                    <a:pt x="979852" y="465305"/>
                    <a:pt x="984390" y="463172"/>
                    <a:pt x="986300" y="459143"/>
                  </a:cubicBezTo>
                  <a:cubicBezTo>
                    <a:pt x="1055076" y="320266"/>
                    <a:pt x="1182597" y="357948"/>
                    <a:pt x="1349998" y="429282"/>
                  </a:cubicBezTo>
                  <a:cubicBezTo>
                    <a:pt x="1355729" y="431889"/>
                    <a:pt x="1361460" y="434259"/>
                    <a:pt x="1367192" y="436629"/>
                  </a:cubicBezTo>
                  <a:cubicBezTo>
                    <a:pt x="1367192" y="436629"/>
                    <a:pt x="1367430" y="436629"/>
                    <a:pt x="1367669" y="436629"/>
                  </a:cubicBezTo>
                  <a:lnTo>
                    <a:pt x="1367669" y="436629"/>
                  </a:lnTo>
                  <a:cubicBezTo>
                    <a:pt x="1401818" y="450374"/>
                    <a:pt x="1437400" y="459143"/>
                    <a:pt x="1475131" y="461276"/>
                  </a:cubicBezTo>
                  <a:cubicBezTo>
                    <a:pt x="1482772" y="461750"/>
                    <a:pt x="1490653" y="461987"/>
                    <a:pt x="1498533" y="461987"/>
                  </a:cubicBezTo>
                  <a:cubicBezTo>
                    <a:pt x="1691964" y="461987"/>
                    <a:pt x="1924797" y="332827"/>
                    <a:pt x="2061632" y="226892"/>
                  </a:cubicBezTo>
                  <a:cubicBezTo>
                    <a:pt x="2056617" y="286614"/>
                    <a:pt x="2079064" y="343965"/>
                    <a:pt x="2123482" y="376433"/>
                  </a:cubicBezTo>
                  <a:cubicBezTo>
                    <a:pt x="2188198" y="423594"/>
                    <a:pt x="2240018" y="418380"/>
                    <a:pt x="2275838" y="408427"/>
                  </a:cubicBezTo>
                  <a:cubicBezTo>
                    <a:pt x="2311659" y="398473"/>
                    <a:pt x="2342226" y="373826"/>
                    <a:pt x="2341032" y="336619"/>
                  </a:cubicBezTo>
                  <a:cubicBezTo>
                    <a:pt x="2340076" y="303914"/>
                    <a:pt x="2317151" y="280215"/>
                    <a:pt x="2278226" y="287088"/>
                  </a:cubicBezTo>
                  <a:cubicBezTo>
                    <a:pt x="2251242" y="291827"/>
                    <a:pt x="2221869" y="312446"/>
                    <a:pt x="2221391" y="357000"/>
                  </a:cubicBezTo>
                  <a:cubicBezTo>
                    <a:pt x="2130168" y="343254"/>
                    <a:pt x="2133034" y="261019"/>
                    <a:pt x="2138765" y="222152"/>
                  </a:cubicBezTo>
                  <a:cubicBezTo>
                    <a:pt x="2146884" y="167170"/>
                    <a:pt x="2181750" y="123564"/>
                    <a:pt x="2247421" y="98443"/>
                  </a:cubicBezTo>
                  <a:cubicBezTo>
                    <a:pt x="2290883" y="81854"/>
                    <a:pt x="2332435" y="74507"/>
                    <a:pt x="2371360" y="73322"/>
                  </a:cubicBezTo>
                  <a:cubicBezTo>
                    <a:pt x="2298047" y="125223"/>
                    <a:pt x="2324315" y="202482"/>
                    <a:pt x="2340315" y="235661"/>
                  </a:cubicBezTo>
                  <a:cubicBezTo>
                    <a:pt x="2342703" y="240637"/>
                    <a:pt x="2350106" y="239690"/>
                    <a:pt x="2351061" y="234239"/>
                  </a:cubicBezTo>
                  <a:cubicBezTo>
                    <a:pt x="2355121" y="208881"/>
                    <a:pt x="2368255" y="162431"/>
                    <a:pt x="2410762" y="141101"/>
                  </a:cubicBezTo>
                  <a:cubicBezTo>
                    <a:pt x="2466881" y="113137"/>
                    <a:pt x="2541149" y="109108"/>
                    <a:pt x="2634760" y="146552"/>
                  </a:cubicBezTo>
                  <a:cubicBezTo>
                    <a:pt x="2713326" y="188500"/>
                    <a:pt x="2780669" y="241585"/>
                    <a:pt x="2846101" y="293249"/>
                  </a:cubicBezTo>
                  <a:cubicBezTo>
                    <a:pt x="2853026" y="298700"/>
                    <a:pt x="2859951" y="304151"/>
                    <a:pt x="2866638" y="309365"/>
                  </a:cubicBezTo>
                  <a:cubicBezTo>
                    <a:pt x="2840847" y="305099"/>
                    <a:pt x="2816967" y="305336"/>
                    <a:pt x="2790221" y="305336"/>
                  </a:cubicBezTo>
                  <a:cubicBezTo>
                    <a:pt x="2755356" y="305336"/>
                    <a:pt x="2657446" y="296804"/>
                    <a:pt x="2579119" y="251065"/>
                  </a:cubicBezTo>
                  <a:cubicBezTo>
                    <a:pt x="2574581" y="248458"/>
                    <a:pt x="2569567" y="251776"/>
                    <a:pt x="2568611" y="256990"/>
                  </a:cubicBezTo>
                  <a:cubicBezTo>
                    <a:pt x="2563835" y="286377"/>
                    <a:pt x="2558820" y="314579"/>
                    <a:pt x="2573865" y="332116"/>
                  </a:cubicBezTo>
                  <a:cubicBezTo>
                    <a:pt x="2526104" y="358185"/>
                    <a:pt x="2494105" y="407716"/>
                    <a:pt x="2489090" y="419565"/>
                  </a:cubicBezTo>
                  <a:cubicBezTo>
                    <a:pt x="2488373" y="420987"/>
                    <a:pt x="2489090" y="422646"/>
                    <a:pt x="2490522" y="423357"/>
                  </a:cubicBezTo>
                  <a:cubicBezTo>
                    <a:pt x="2503896" y="428571"/>
                    <a:pt x="2558581" y="442553"/>
                    <a:pt x="2616849" y="421461"/>
                  </a:cubicBezTo>
                  <a:cubicBezTo>
                    <a:pt x="2628073" y="440184"/>
                    <a:pt x="2655774" y="457247"/>
                    <a:pt x="2673446" y="463883"/>
                  </a:cubicBezTo>
                  <a:cubicBezTo>
                    <a:pt x="2677744" y="465542"/>
                    <a:pt x="2682282" y="463409"/>
                    <a:pt x="2684192" y="459380"/>
                  </a:cubicBezTo>
                  <a:cubicBezTo>
                    <a:pt x="2752968" y="320503"/>
                    <a:pt x="2880488" y="358185"/>
                    <a:pt x="3047890" y="429519"/>
                  </a:cubicBezTo>
                  <a:cubicBezTo>
                    <a:pt x="3053621" y="432126"/>
                    <a:pt x="3059352" y="434496"/>
                    <a:pt x="3065083" y="436866"/>
                  </a:cubicBezTo>
                  <a:cubicBezTo>
                    <a:pt x="3065083" y="436866"/>
                    <a:pt x="3065322" y="436866"/>
                    <a:pt x="3065561" y="436866"/>
                  </a:cubicBezTo>
                  <a:lnTo>
                    <a:pt x="3065561" y="436866"/>
                  </a:lnTo>
                  <a:cubicBezTo>
                    <a:pt x="3099710" y="450611"/>
                    <a:pt x="3135292" y="459380"/>
                    <a:pt x="3173023" y="461513"/>
                  </a:cubicBezTo>
                  <a:cubicBezTo>
                    <a:pt x="3180903" y="461987"/>
                    <a:pt x="3188545" y="462224"/>
                    <a:pt x="3196425" y="462224"/>
                  </a:cubicBezTo>
                  <a:cubicBezTo>
                    <a:pt x="3389856" y="462224"/>
                    <a:pt x="3622689" y="333064"/>
                    <a:pt x="3759523" y="227129"/>
                  </a:cubicBezTo>
                  <a:cubicBezTo>
                    <a:pt x="3754509" y="286851"/>
                    <a:pt x="3776956" y="344202"/>
                    <a:pt x="3821373" y="376670"/>
                  </a:cubicBezTo>
                  <a:cubicBezTo>
                    <a:pt x="3886089" y="423831"/>
                    <a:pt x="3937910" y="418617"/>
                    <a:pt x="3973730" y="408664"/>
                  </a:cubicBezTo>
                  <a:cubicBezTo>
                    <a:pt x="4009551" y="398710"/>
                    <a:pt x="4040117" y="374063"/>
                    <a:pt x="4038923" y="336856"/>
                  </a:cubicBezTo>
                  <a:cubicBezTo>
                    <a:pt x="4037968" y="304151"/>
                    <a:pt x="4015043" y="280452"/>
                    <a:pt x="3976118" y="287325"/>
                  </a:cubicBezTo>
                  <a:cubicBezTo>
                    <a:pt x="3949133" y="292064"/>
                    <a:pt x="3919761" y="312683"/>
                    <a:pt x="3919283" y="357237"/>
                  </a:cubicBezTo>
                  <a:cubicBezTo>
                    <a:pt x="3828060" y="343491"/>
                    <a:pt x="3830926" y="261256"/>
                    <a:pt x="3836657" y="222389"/>
                  </a:cubicBezTo>
                  <a:cubicBezTo>
                    <a:pt x="3844776" y="167407"/>
                    <a:pt x="3879642" y="123801"/>
                    <a:pt x="3945312" y="98680"/>
                  </a:cubicBezTo>
                  <a:cubicBezTo>
                    <a:pt x="3988775" y="82091"/>
                    <a:pt x="4030326" y="74744"/>
                    <a:pt x="4069251" y="73559"/>
                  </a:cubicBezTo>
                  <a:cubicBezTo>
                    <a:pt x="3995939" y="125460"/>
                    <a:pt x="4022207" y="202719"/>
                    <a:pt x="4038207" y="235898"/>
                  </a:cubicBezTo>
                  <a:cubicBezTo>
                    <a:pt x="4040595" y="240874"/>
                    <a:pt x="4047998" y="239927"/>
                    <a:pt x="4048953" y="234476"/>
                  </a:cubicBezTo>
                  <a:cubicBezTo>
                    <a:pt x="4053013" y="209118"/>
                    <a:pt x="4066147" y="162668"/>
                    <a:pt x="4108654" y="141338"/>
                  </a:cubicBezTo>
                  <a:cubicBezTo>
                    <a:pt x="4164773" y="113374"/>
                    <a:pt x="4239041" y="109345"/>
                    <a:pt x="4332652" y="146789"/>
                  </a:cubicBezTo>
                  <a:cubicBezTo>
                    <a:pt x="4411218" y="188737"/>
                    <a:pt x="4478561" y="241822"/>
                    <a:pt x="4544231" y="293486"/>
                  </a:cubicBezTo>
                  <a:cubicBezTo>
                    <a:pt x="4551157" y="298937"/>
                    <a:pt x="4557843" y="304388"/>
                    <a:pt x="4564769" y="309602"/>
                  </a:cubicBezTo>
                  <a:cubicBezTo>
                    <a:pt x="4538978" y="305336"/>
                    <a:pt x="4515336" y="305573"/>
                    <a:pt x="4488352" y="305573"/>
                  </a:cubicBezTo>
                  <a:cubicBezTo>
                    <a:pt x="4453486" y="305573"/>
                    <a:pt x="4355816" y="297041"/>
                    <a:pt x="4277249" y="251302"/>
                  </a:cubicBezTo>
                  <a:cubicBezTo>
                    <a:pt x="4272712" y="248695"/>
                    <a:pt x="4267697" y="252013"/>
                    <a:pt x="4266742" y="257227"/>
                  </a:cubicBezTo>
                  <a:cubicBezTo>
                    <a:pt x="4261966" y="286614"/>
                    <a:pt x="4257190" y="314816"/>
                    <a:pt x="4272234" y="332353"/>
                  </a:cubicBezTo>
                  <a:cubicBezTo>
                    <a:pt x="4224474" y="358422"/>
                    <a:pt x="4192474" y="407953"/>
                    <a:pt x="4187459" y="419802"/>
                  </a:cubicBezTo>
                  <a:cubicBezTo>
                    <a:pt x="4186743" y="421224"/>
                    <a:pt x="4187459" y="422883"/>
                    <a:pt x="4189131" y="423594"/>
                  </a:cubicBezTo>
                  <a:cubicBezTo>
                    <a:pt x="4202504" y="428808"/>
                    <a:pt x="4256951" y="442790"/>
                    <a:pt x="4315458" y="421698"/>
                  </a:cubicBezTo>
                  <a:cubicBezTo>
                    <a:pt x="4326682" y="440421"/>
                    <a:pt x="4354383" y="457484"/>
                    <a:pt x="4372054" y="464120"/>
                  </a:cubicBezTo>
                  <a:cubicBezTo>
                    <a:pt x="4376353" y="465779"/>
                    <a:pt x="4380890" y="463646"/>
                    <a:pt x="4382801" y="459617"/>
                  </a:cubicBezTo>
                  <a:cubicBezTo>
                    <a:pt x="4451576" y="320740"/>
                    <a:pt x="4579097" y="358422"/>
                    <a:pt x="4746498" y="429756"/>
                  </a:cubicBezTo>
                  <a:cubicBezTo>
                    <a:pt x="4752229" y="432363"/>
                    <a:pt x="4757960" y="434733"/>
                    <a:pt x="4763692" y="437103"/>
                  </a:cubicBezTo>
                  <a:cubicBezTo>
                    <a:pt x="4763692" y="437103"/>
                    <a:pt x="4763930" y="437103"/>
                    <a:pt x="4764170" y="437103"/>
                  </a:cubicBezTo>
                  <a:lnTo>
                    <a:pt x="4764170" y="437103"/>
                  </a:lnTo>
                  <a:cubicBezTo>
                    <a:pt x="4798318" y="450848"/>
                    <a:pt x="4833900" y="459617"/>
                    <a:pt x="4871631" y="461750"/>
                  </a:cubicBezTo>
                  <a:cubicBezTo>
                    <a:pt x="4879512" y="462224"/>
                    <a:pt x="4887153" y="462461"/>
                    <a:pt x="4895034" y="462461"/>
                  </a:cubicBezTo>
                  <a:cubicBezTo>
                    <a:pt x="5088465" y="462461"/>
                    <a:pt x="5321298" y="333301"/>
                    <a:pt x="5458132" y="227366"/>
                  </a:cubicBezTo>
                  <a:cubicBezTo>
                    <a:pt x="5453117" y="287088"/>
                    <a:pt x="5475565" y="344439"/>
                    <a:pt x="5519982" y="376907"/>
                  </a:cubicBezTo>
                  <a:cubicBezTo>
                    <a:pt x="5584698" y="424068"/>
                    <a:pt x="5636518" y="418854"/>
                    <a:pt x="5672339" y="408901"/>
                  </a:cubicBezTo>
                  <a:cubicBezTo>
                    <a:pt x="5708159" y="398947"/>
                    <a:pt x="5738726" y="374300"/>
                    <a:pt x="5737532" y="337093"/>
                  </a:cubicBezTo>
                  <a:cubicBezTo>
                    <a:pt x="5736577" y="304388"/>
                    <a:pt x="5713652" y="280689"/>
                    <a:pt x="5674726" y="287562"/>
                  </a:cubicBezTo>
                  <a:cubicBezTo>
                    <a:pt x="5647742" y="292301"/>
                    <a:pt x="5618369" y="312920"/>
                    <a:pt x="5617891" y="357474"/>
                  </a:cubicBezTo>
                  <a:cubicBezTo>
                    <a:pt x="5526430" y="343728"/>
                    <a:pt x="5529534" y="261493"/>
                    <a:pt x="5535265" y="222626"/>
                  </a:cubicBezTo>
                  <a:cubicBezTo>
                    <a:pt x="5543385" y="167644"/>
                    <a:pt x="5578250" y="124038"/>
                    <a:pt x="5643921" y="98917"/>
                  </a:cubicBezTo>
                  <a:cubicBezTo>
                    <a:pt x="5687383" y="82328"/>
                    <a:pt x="5728935" y="74981"/>
                    <a:pt x="5767860" y="73796"/>
                  </a:cubicBezTo>
                  <a:cubicBezTo>
                    <a:pt x="5694547" y="125697"/>
                    <a:pt x="5720816" y="202956"/>
                    <a:pt x="5736815" y="236135"/>
                  </a:cubicBezTo>
                  <a:cubicBezTo>
                    <a:pt x="5739204" y="241111"/>
                    <a:pt x="5746606" y="240164"/>
                    <a:pt x="5747562" y="234713"/>
                  </a:cubicBezTo>
                  <a:cubicBezTo>
                    <a:pt x="5751621" y="209355"/>
                    <a:pt x="5764755" y="162905"/>
                    <a:pt x="5807262" y="141575"/>
                  </a:cubicBezTo>
                  <a:cubicBezTo>
                    <a:pt x="5863381" y="113611"/>
                    <a:pt x="5937649" y="109582"/>
                    <a:pt x="6031260" y="147026"/>
                  </a:cubicBezTo>
                  <a:cubicBezTo>
                    <a:pt x="6109826" y="188974"/>
                    <a:pt x="6177169" y="242059"/>
                    <a:pt x="6242839" y="293723"/>
                  </a:cubicBezTo>
                  <a:cubicBezTo>
                    <a:pt x="6249765" y="299174"/>
                    <a:pt x="6256451" y="304625"/>
                    <a:pt x="6263377" y="309839"/>
                  </a:cubicBezTo>
                  <a:cubicBezTo>
                    <a:pt x="6237586" y="305573"/>
                    <a:pt x="6213705" y="305810"/>
                    <a:pt x="6186960" y="305810"/>
                  </a:cubicBezTo>
                  <a:cubicBezTo>
                    <a:pt x="6152094" y="305810"/>
                    <a:pt x="6054424" y="297278"/>
                    <a:pt x="5975857" y="251539"/>
                  </a:cubicBezTo>
                  <a:cubicBezTo>
                    <a:pt x="5971320" y="248932"/>
                    <a:pt x="5966305" y="252250"/>
                    <a:pt x="5965350" y="257464"/>
                  </a:cubicBezTo>
                  <a:cubicBezTo>
                    <a:pt x="5960574" y="286851"/>
                    <a:pt x="5955798" y="315053"/>
                    <a:pt x="5970843" y="332590"/>
                  </a:cubicBezTo>
                  <a:cubicBezTo>
                    <a:pt x="5923082" y="358659"/>
                    <a:pt x="5891083" y="408190"/>
                    <a:pt x="5886068" y="420039"/>
                  </a:cubicBezTo>
                  <a:cubicBezTo>
                    <a:pt x="5885351" y="421461"/>
                    <a:pt x="5886068" y="423120"/>
                    <a:pt x="5887500" y="423831"/>
                  </a:cubicBezTo>
                  <a:cubicBezTo>
                    <a:pt x="5900873" y="429045"/>
                    <a:pt x="5955320" y="443027"/>
                    <a:pt x="6013827" y="421935"/>
                  </a:cubicBezTo>
                  <a:cubicBezTo>
                    <a:pt x="6025051" y="440658"/>
                    <a:pt x="6052752" y="457721"/>
                    <a:pt x="6070424" y="464357"/>
                  </a:cubicBezTo>
                  <a:cubicBezTo>
                    <a:pt x="6074722" y="466016"/>
                    <a:pt x="6079259" y="463883"/>
                    <a:pt x="6081170" y="459854"/>
                  </a:cubicBezTo>
                  <a:cubicBezTo>
                    <a:pt x="6149945" y="320977"/>
                    <a:pt x="6277466" y="358659"/>
                    <a:pt x="6444868" y="429993"/>
                  </a:cubicBezTo>
                  <a:cubicBezTo>
                    <a:pt x="6450599" y="432600"/>
                    <a:pt x="6456330" y="434970"/>
                    <a:pt x="6462061" y="437340"/>
                  </a:cubicBezTo>
                  <a:cubicBezTo>
                    <a:pt x="6462061" y="437340"/>
                    <a:pt x="6462300" y="437340"/>
                    <a:pt x="6462539" y="437340"/>
                  </a:cubicBezTo>
                  <a:lnTo>
                    <a:pt x="6462539" y="437340"/>
                  </a:lnTo>
                  <a:cubicBezTo>
                    <a:pt x="6496688" y="451085"/>
                    <a:pt x="6532270" y="459854"/>
                    <a:pt x="6570000" y="461987"/>
                  </a:cubicBezTo>
                  <a:cubicBezTo>
                    <a:pt x="6577881" y="462461"/>
                    <a:pt x="6585522" y="462698"/>
                    <a:pt x="6593403" y="462698"/>
                  </a:cubicBezTo>
                  <a:cubicBezTo>
                    <a:pt x="6786833" y="462698"/>
                    <a:pt x="7019667" y="333538"/>
                    <a:pt x="7156501" y="227603"/>
                  </a:cubicBezTo>
                  <a:cubicBezTo>
                    <a:pt x="7151487" y="287325"/>
                    <a:pt x="7173934" y="344676"/>
                    <a:pt x="7218351" y="377144"/>
                  </a:cubicBezTo>
                  <a:cubicBezTo>
                    <a:pt x="7283067" y="424305"/>
                    <a:pt x="7334887" y="419091"/>
                    <a:pt x="7370708" y="409138"/>
                  </a:cubicBezTo>
                  <a:cubicBezTo>
                    <a:pt x="7406528" y="399184"/>
                    <a:pt x="7437095" y="374537"/>
                    <a:pt x="7435902" y="337330"/>
                  </a:cubicBezTo>
                  <a:cubicBezTo>
                    <a:pt x="7434946" y="304625"/>
                    <a:pt x="7412021" y="280926"/>
                    <a:pt x="7373096" y="287799"/>
                  </a:cubicBezTo>
                  <a:cubicBezTo>
                    <a:pt x="7346111" y="292538"/>
                    <a:pt x="7316977" y="313157"/>
                    <a:pt x="7316261" y="357711"/>
                  </a:cubicBezTo>
                  <a:cubicBezTo>
                    <a:pt x="7225038" y="343965"/>
                    <a:pt x="7227903" y="261730"/>
                    <a:pt x="7233635" y="222863"/>
                  </a:cubicBezTo>
                  <a:cubicBezTo>
                    <a:pt x="7241754" y="167881"/>
                    <a:pt x="7276619" y="124275"/>
                    <a:pt x="7342290" y="99154"/>
                  </a:cubicBezTo>
                  <a:cubicBezTo>
                    <a:pt x="7385753" y="82565"/>
                    <a:pt x="7427304" y="75218"/>
                    <a:pt x="7466229" y="74033"/>
                  </a:cubicBezTo>
                  <a:cubicBezTo>
                    <a:pt x="7392916" y="125934"/>
                    <a:pt x="7418946" y="203193"/>
                    <a:pt x="7435185" y="236372"/>
                  </a:cubicBezTo>
                  <a:cubicBezTo>
                    <a:pt x="7437573" y="241348"/>
                    <a:pt x="7444976" y="240400"/>
                    <a:pt x="7445931" y="234950"/>
                  </a:cubicBezTo>
                  <a:cubicBezTo>
                    <a:pt x="7449991" y="209592"/>
                    <a:pt x="7463125" y="163142"/>
                    <a:pt x="7505632" y="141812"/>
                  </a:cubicBezTo>
                  <a:cubicBezTo>
                    <a:pt x="7561751" y="113848"/>
                    <a:pt x="7636019" y="109819"/>
                    <a:pt x="7729629" y="147263"/>
                  </a:cubicBezTo>
                  <a:cubicBezTo>
                    <a:pt x="7808196" y="189211"/>
                    <a:pt x="7875539" y="242296"/>
                    <a:pt x="7941210" y="293960"/>
                  </a:cubicBezTo>
                  <a:cubicBezTo>
                    <a:pt x="7948134" y="299411"/>
                    <a:pt x="7954821" y="304862"/>
                    <a:pt x="7961746" y="310076"/>
                  </a:cubicBezTo>
                  <a:cubicBezTo>
                    <a:pt x="7935956" y="305810"/>
                    <a:pt x="7912075" y="306047"/>
                    <a:pt x="7885568" y="306047"/>
                  </a:cubicBezTo>
                  <a:cubicBezTo>
                    <a:pt x="7850703" y="306047"/>
                    <a:pt x="7752793" y="297515"/>
                    <a:pt x="7674466" y="251776"/>
                  </a:cubicBezTo>
                  <a:cubicBezTo>
                    <a:pt x="7669929" y="249169"/>
                    <a:pt x="7664675" y="252487"/>
                    <a:pt x="7663958" y="257701"/>
                  </a:cubicBezTo>
                  <a:cubicBezTo>
                    <a:pt x="7659182" y="287088"/>
                    <a:pt x="7654406" y="315290"/>
                    <a:pt x="7669451" y="332827"/>
                  </a:cubicBezTo>
                  <a:cubicBezTo>
                    <a:pt x="7621691" y="358896"/>
                    <a:pt x="7589691" y="408427"/>
                    <a:pt x="7584676" y="420276"/>
                  </a:cubicBezTo>
                  <a:cubicBezTo>
                    <a:pt x="7583959" y="421698"/>
                    <a:pt x="7584676" y="423357"/>
                    <a:pt x="7586108" y="424068"/>
                  </a:cubicBezTo>
                  <a:cubicBezTo>
                    <a:pt x="7599481" y="429282"/>
                    <a:pt x="7653929" y="443264"/>
                    <a:pt x="7712435" y="422172"/>
                  </a:cubicBezTo>
                  <a:cubicBezTo>
                    <a:pt x="7723659" y="440895"/>
                    <a:pt x="7751361" y="457958"/>
                    <a:pt x="7769032" y="464594"/>
                  </a:cubicBezTo>
                  <a:cubicBezTo>
                    <a:pt x="7773331" y="466252"/>
                    <a:pt x="7777867" y="464120"/>
                    <a:pt x="7779778" y="460091"/>
                  </a:cubicBezTo>
                  <a:cubicBezTo>
                    <a:pt x="7848554" y="321214"/>
                    <a:pt x="7976075" y="358896"/>
                    <a:pt x="8143476" y="430230"/>
                  </a:cubicBezTo>
                  <a:cubicBezTo>
                    <a:pt x="8149207" y="432837"/>
                    <a:pt x="8154938" y="435207"/>
                    <a:pt x="8160669" y="437577"/>
                  </a:cubicBezTo>
                  <a:cubicBezTo>
                    <a:pt x="8160669" y="437577"/>
                    <a:pt x="8160908" y="437577"/>
                    <a:pt x="8161147" y="437577"/>
                  </a:cubicBezTo>
                  <a:lnTo>
                    <a:pt x="8161147" y="437577"/>
                  </a:lnTo>
                  <a:cubicBezTo>
                    <a:pt x="8195296" y="451322"/>
                    <a:pt x="8230877" y="460091"/>
                    <a:pt x="8268609" y="462224"/>
                  </a:cubicBezTo>
                  <a:cubicBezTo>
                    <a:pt x="8276251" y="462698"/>
                    <a:pt x="8284131" y="462935"/>
                    <a:pt x="8292011" y="462935"/>
                  </a:cubicBezTo>
                  <a:cubicBezTo>
                    <a:pt x="8485442" y="462935"/>
                    <a:pt x="8718275" y="333775"/>
                    <a:pt x="8855109" y="227840"/>
                  </a:cubicBezTo>
                  <a:cubicBezTo>
                    <a:pt x="8850095" y="287562"/>
                    <a:pt x="8872542" y="344913"/>
                    <a:pt x="8916959" y="377381"/>
                  </a:cubicBezTo>
                  <a:cubicBezTo>
                    <a:pt x="8981675" y="424542"/>
                    <a:pt x="9033496" y="419328"/>
                    <a:pt x="9069316" y="409375"/>
                  </a:cubicBezTo>
                  <a:cubicBezTo>
                    <a:pt x="9105137" y="399421"/>
                    <a:pt x="9135703" y="374774"/>
                    <a:pt x="9134510" y="337567"/>
                  </a:cubicBezTo>
                  <a:cubicBezTo>
                    <a:pt x="9133554" y="304862"/>
                    <a:pt x="9110629" y="281163"/>
                    <a:pt x="9071704" y="288036"/>
                  </a:cubicBezTo>
                  <a:cubicBezTo>
                    <a:pt x="9044719" y="292775"/>
                    <a:pt x="9015585" y="313394"/>
                    <a:pt x="9014869" y="357948"/>
                  </a:cubicBezTo>
                  <a:cubicBezTo>
                    <a:pt x="8923646" y="344202"/>
                    <a:pt x="8926511" y="261967"/>
                    <a:pt x="8932243" y="223100"/>
                  </a:cubicBezTo>
                  <a:cubicBezTo>
                    <a:pt x="8940362" y="168118"/>
                    <a:pt x="8975227" y="124512"/>
                    <a:pt x="9040898" y="99391"/>
                  </a:cubicBezTo>
                  <a:cubicBezTo>
                    <a:pt x="9084361" y="82802"/>
                    <a:pt x="9125912" y="75455"/>
                    <a:pt x="9164837" y="74270"/>
                  </a:cubicBezTo>
                  <a:cubicBezTo>
                    <a:pt x="9091525" y="126171"/>
                    <a:pt x="9117793" y="203430"/>
                    <a:pt x="9133793" y="236609"/>
                  </a:cubicBezTo>
                  <a:cubicBezTo>
                    <a:pt x="9136181" y="241585"/>
                    <a:pt x="9143584" y="240637"/>
                    <a:pt x="9144539" y="235187"/>
                  </a:cubicBezTo>
                  <a:cubicBezTo>
                    <a:pt x="9148599" y="209829"/>
                    <a:pt x="9161733" y="163379"/>
                    <a:pt x="9204240" y="142049"/>
                  </a:cubicBezTo>
                  <a:cubicBezTo>
                    <a:pt x="9260359" y="114085"/>
                    <a:pt x="9334626" y="110056"/>
                    <a:pt x="9428237" y="147500"/>
                  </a:cubicBezTo>
                  <a:cubicBezTo>
                    <a:pt x="9506804" y="189448"/>
                    <a:pt x="9574146" y="242533"/>
                    <a:pt x="9639817" y="294197"/>
                  </a:cubicBezTo>
                  <a:cubicBezTo>
                    <a:pt x="9646742" y="299648"/>
                    <a:pt x="9653429" y="305099"/>
                    <a:pt x="9660354" y="310313"/>
                  </a:cubicBezTo>
                  <a:cubicBezTo>
                    <a:pt x="9634563" y="306047"/>
                    <a:pt x="9610683" y="306284"/>
                    <a:pt x="9584176" y="306284"/>
                  </a:cubicBezTo>
                  <a:cubicBezTo>
                    <a:pt x="9549311" y="306284"/>
                    <a:pt x="9451401" y="297752"/>
                    <a:pt x="9373074" y="252013"/>
                  </a:cubicBezTo>
                  <a:cubicBezTo>
                    <a:pt x="9368537" y="249406"/>
                    <a:pt x="9363522" y="252724"/>
                    <a:pt x="9362567" y="257938"/>
                  </a:cubicBezTo>
                  <a:cubicBezTo>
                    <a:pt x="9357790" y="287325"/>
                    <a:pt x="9352776" y="315526"/>
                    <a:pt x="9367820" y="333064"/>
                  </a:cubicBezTo>
                  <a:cubicBezTo>
                    <a:pt x="9320060" y="359133"/>
                    <a:pt x="9288060" y="408664"/>
                    <a:pt x="9283045" y="420513"/>
                  </a:cubicBezTo>
                  <a:cubicBezTo>
                    <a:pt x="9282328" y="421935"/>
                    <a:pt x="9283045" y="423594"/>
                    <a:pt x="9284478" y="424305"/>
                  </a:cubicBezTo>
                  <a:cubicBezTo>
                    <a:pt x="9297851" y="429519"/>
                    <a:pt x="9352298" y="443501"/>
                    <a:pt x="9410805" y="422409"/>
                  </a:cubicBezTo>
                  <a:cubicBezTo>
                    <a:pt x="9422028" y="441132"/>
                    <a:pt x="9449730" y="458195"/>
                    <a:pt x="9467401" y="464831"/>
                  </a:cubicBezTo>
                  <a:cubicBezTo>
                    <a:pt x="9471700" y="466489"/>
                    <a:pt x="9476237" y="464357"/>
                    <a:pt x="9478147" y="460328"/>
                  </a:cubicBezTo>
                  <a:cubicBezTo>
                    <a:pt x="9546923" y="321451"/>
                    <a:pt x="9674444" y="359133"/>
                    <a:pt x="9841845" y="430467"/>
                  </a:cubicBezTo>
                  <a:cubicBezTo>
                    <a:pt x="9847576" y="433074"/>
                    <a:pt x="9853307" y="435444"/>
                    <a:pt x="9859039" y="437814"/>
                  </a:cubicBezTo>
                  <a:cubicBezTo>
                    <a:pt x="9859039" y="437814"/>
                    <a:pt x="9859277" y="437814"/>
                    <a:pt x="9859516" y="437814"/>
                  </a:cubicBezTo>
                  <a:lnTo>
                    <a:pt x="9859516" y="437814"/>
                  </a:lnTo>
                  <a:cubicBezTo>
                    <a:pt x="9893665" y="451559"/>
                    <a:pt x="9929247" y="460328"/>
                    <a:pt x="9966978" y="462461"/>
                  </a:cubicBezTo>
                  <a:cubicBezTo>
                    <a:pt x="9974620" y="462935"/>
                    <a:pt x="9982500" y="463172"/>
                    <a:pt x="9990381" y="463172"/>
                  </a:cubicBezTo>
                  <a:cubicBezTo>
                    <a:pt x="10183811" y="463172"/>
                    <a:pt x="10416644" y="334012"/>
                    <a:pt x="10553479" y="228077"/>
                  </a:cubicBezTo>
                  <a:cubicBezTo>
                    <a:pt x="10548464" y="287799"/>
                    <a:pt x="10570912" y="345150"/>
                    <a:pt x="10615329" y="377618"/>
                  </a:cubicBezTo>
                  <a:cubicBezTo>
                    <a:pt x="10680044" y="424779"/>
                    <a:pt x="10731865" y="419565"/>
                    <a:pt x="10767685" y="409612"/>
                  </a:cubicBezTo>
                  <a:cubicBezTo>
                    <a:pt x="10803506" y="399658"/>
                    <a:pt x="10834073" y="375011"/>
                    <a:pt x="10832879" y="337804"/>
                  </a:cubicBezTo>
                  <a:cubicBezTo>
                    <a:pt x="10831924" y="305099"/>
                    <a:pt x="10808999" y="281400"/>
                    <a:pt x="10770074" y="288273"/>
                  </a:cubicBezTo>
                  <a:cubicBezTo>
                    <a:pt x="10743089" y="293012"/>
                    <a:pt x="10713716" y="313631"/>
                    <a:pt x="10713238" y="358185"/>
                  </a:cubicBezTo>
                  <a:cubicBezTo>
                    <a:pt x="10622015" y="344439"/>
                    <a:pt x="10624881" y="262204"/>
                    <a:pt x="10630613" y="223337"/>
                  </a:cubicBezTo>
                  <a:cubicBezTo>
                    <a:pt x="10638732" y="168355"/>
                    <a:pt x="10673597" y="124749"/>
                    <a:pt x="10739268" y="99628"/>
                  </a:cubicBezTo>
                  <a:cubicBezTo>
                    <a:pt x="10782730" y="83039"/>
                    <a:pt x="10824282" y="75692"/>
                    <a:pt x="10863207" y="74507"/>
                  </a:cubicBezTo>
                  <a:cubicBezTo>
                    <a:pt x="10789894" y="126408"/>
                    <a:pt x="10816162" y="203667"/>
                    <a:pt x="10832163" y="236846"/>
                  </a:cubicBezTo>
                  <a:cubicBezTo>
                    <a:pt x="10834550" y="241822"/>
                    <a:pt x="10841954" y="240874"/>
                    <a:pt x="10842908" y="235424"/>
                  </a:cubicBezTo>
                  <a:cubicBezTo>
                    <a:pt x="10846968" y="210066"/>
                    <a:pt x="10860102" y="163616"/>
                    <a:pt x="10902609" y="142286"/>
                  </a:cubicBezTo>
                  <a:cubicBezTo>
                    <a:pt x="10958728" y="114322"/>
                    <a:pt x="11032996" y="110293"/>
                    <a:pt x="11126607" y="147737"/>
                  </a:cubicBezTo>
                  <a:cubicBezTo>
                    <a:pt x="11205173" y="189684"/>
                    <a:pt x="11272516" y="242770"/>
                    <a:pt x="11338187" y="294434"/>
                  </a:cubicBezTo>
                  <a:cubicBezTo>
                    <a:pt x="11345112" y="299885"/>
                    <a:pt x="11351798" y="305336"/>
                    <a:pt x="11358724" y="310550"/>
                  </a:cubicBezTo>
                  <a:cubicBezTo>
                    <a:pt x="11332933" y="306284"/>
                    <a:pt x="11309291" y="306521"/>
                    <a:pt x="11282545" y="306521"/>
                  </a:cubicBezTo>
                  <a:cubicBezTo>
                    <a:pt x="11247680" y="306521"/>
                    <a:pt x="11149771" y="297989"/>
                    <a:pt x="11071443" y="252250"/>
                  </a:cubicBezTo>
                  <a:cubicBezTo>
                    <a:pt x="11066906" y="249643"/>
                    <a:pt x="11061891" y="252961"/>
                    <a:pt x="11060936" y="258175"/>
                  </a:cubicBezTo>
                  <a:cubicBezTo>
                    <a:pt x="11056160" y="287562"/>
                    <a:pt x="11051384" y="315763"/>
                    <a:pt x="11066429" y="333301"/>
                  </a:cubicBezTo>
                  <a:cubicBezTo>
                    <a:pt x="11018668" y="359370"/>
                    <a:pt x="10986668" y="408901"/>
                    <a:pt x="10981653" y="420750"/>
                  </a:cubicBezTo>
                  <a:cubicBezTo>
                    <a:pt x="10980937" y="422172"/>
                    <a:pt x="10981653" y="423831"/>
                    <a:pt x="10983325" y="424542"/>
                  </a:cubicBezTo>
                  <a:cubicBezTo>
                    <a:pt x="10996698" y="429756"/>
                    <a:pt x="11051145" y="443738"/>
                    <a:pt x="11109652" y="422646"/>
                  </a:cubicBezTo>
                  <a:cubicBezTo>
                    <a:pt x="11120876" y="441369"/>
                    <a:pt x="11148815" y="458432"/>
                    <a:pt x="11166248" y="465068"/>
                  </a:cubicBezTo>
                  <a:cubicBezTo>
                    <a:pt x="11170547" y="466726"/>
                    <a:pt x="11175084" y="464594"/>
                    <a:pt x="11176995" y="460565"/>
                  </a:cubicBezTo>
                  <a:cubicBezTo>
                    <a:pt x="11245769" y="321688"/>
                    <a:pt x="11373291" y="359370"/>
                    <a:pt x="11540692" y="430704"/>
                  </a:cubicBezTo>
                  <a:cubicBezTo>
                    <a:pt x="11546424" y="433311"/>
                    <a:pt x="11552155" y="435681"/>
                    <a:pt x="11557886" y="438051"/>
                  </a:cubicBezTo>
                  <a:cubicBezTo>
                    <a:pt x="11557886" y="438051"/>
                    <a:pt x="11558125" y="438051"/>
                    <a:pt x="11558364" y="438051"/>
                  </a:cubicBezTo>
                  <a:lnTo>
                    <a:pt x="11558364" y="438051"/>
                  </a:lnTo>
                  <a:cubicBezTo>
                    <a:pt x="11592512" y="451796"/>
                    <a:pt x="11628094" y="460565"/>
                    <a:pt x="11665825" y="462698"/>
                  </a:cubicBezTo>
                  <a:cubicBezTo>
                    <a:pt x="11673705" y="463172"/>
                    <a:pt x="11681347" y="463409"/>
                    <a:pt x="11689227" y="463409"/>
                  </a:cubicBezTo>
                  <a:cubicBezTo>
                    <a:pt x="11880748" y="463409"/>
                    <a:pt x="12109999" y="337093"/>
                    <a:pt x="12247550" y="231869"/>
                  </a:cubicBezTo>
                  <a:lnTo>
                    <a:pt x="12247550" y="148685"/>
                  </a:lnTo>
                  <a:close/>
                </a:path>
              </a:pathLst>
            </a:custGeom>
            <a:solidFill>
              <a:srgbClr val="87422A">
                <a:alpha val="3000"/>
              </a:srgbClr>
            </a:solidFill>
            <a:ln w="23877" cap="flat">
              <a:noFill/>
              <a:prstDash val="solid"/>
              <a:miter/>
            </a:ln>
          </p:spPr>
          <p:txBody>
            <a:bodyPr/>
            <a:lstStyle/>
            <a:p>
              <a:pPr algn="r" defTabSz="1371600" rtl="1"/>
              <a:endParaRPr lang="en-SA" sz="2700"/>
            </a:p>
          </p:txBody>
        </p:sp>
      </p:grpSp>
      <p:pic>
        <p:nvPicPr>
          <p:cNvPr id="173" name="Graphic 172">
            <a:extLst>
              <a:ext uri="{FF2B5EF4-FFF2-40B4-BE49-F238E27FC236}">
                <a16:creationId xmlns:a16="http://schemas.microsoft.com/office/drawing/2014/main" id="{77AB19BA-B1C7-61BE-960B-714DECECBEEF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497619" y="9333560"/>
            <a:ext cx="21336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93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CE3B-D662-CAB1-AE86-A1D21C33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1E8C8C9-F6FA-013B-EE3D-10E18699E08B}"/>
              </a:ext>
            </a:extLst>
          </p:cNvPr>
          <p:cNvGrpSpPr/>
          <p:nvPr/>
        </p:nvGrpSpPr>
        <p:grpSpPr>
          <a:xfrm>
            <a:off x="5486400" y="3619500"/>
            <a:ext cx="11841452" cy="2272921"/>
            <a:chOff x="5486400" y="2502700"/>
            <a:chExt cx="11841452" cy="2272921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8092CE1-A7EB-0CC5-3FF3-3AF0A588C160}"/>
                </a:ext>
              </a:extLst>
            </p:cNvPr>
            <p:cNvSpPr/>
            <p:nvPr/>
          </p:nvSpPr>
          <p:spPr>
            <a:xfrm rot="16200000">
              <a:off x="14731372" y="2179141"/>
              <a:ext cx="2266908" cy="292605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solidFill>
              <a:srgbClr val="A95427">
                <a:alpha val="16000"/>
              </a:srgbClr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algn="r" defTabSz="1371669" rtl="1" eaLnBrk="1" latinLnBrk="0" hangingPunct="1"/>
              <a:endParaRPr lang="en-SA" sz="2700">
                <a:solidFill>
                  <a:srgbClr val="163E35"/>
                </a:solidFill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0A7EF9E-66D7-3C8E-0F3D-780CBBD56334}"/>
                </a:ext>
              </a:extLst>
            </p:cNvPr>
            <p:cNvSpPr txBox="1"/>
            <p:nvPr/>
          </p:nvSpPr>
          <p:spPr>
            <a:xfrm>
              <a:off x="5486400" y="2502700"/>
              <a:ext cx="11112107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SA" sz="6600" b="1" dirty="0">
                  <a:solidFill>
                    <a:srgbClr val="F7F2EC"/>
                  </a:solidFill>
                  <a:latin typeface="Abar Mid" panose="020B0604020202020204" charset="-78"/>
                  <a:ea typeface="Abar Mid" panose="020B0604020202020204" charset="-78"/>
                  <a:cs typeface="Abar Mid" panose="020B0604020202020204" charset="-78"/>
                </a:rPr>
                <a:t>مسار القارئات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5A0751EC-4AB3-A4B0-CA4F-BB2731F1E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142" y="8054658"/>
            <a:ext cx="3679821" cy="1119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8000A5-923A-94F9-3CCB-2E5FF83F3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444"/>
            <a:ext cx="3695526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2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200C-7673-F403-8418-83336D9C8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2227" y="4164749"/>
            <a:ext cx="6443547" cy="1384995"/>
          </a:xfrm>
        </p:spPr>
        <p:txBody>
          <a:bodyPr/>
          <a:lstStyle/>
          <a:p>
            <a:r>
              <a:rPr lang="ar-SA" dirty="0">
                <a:solidFill>
                  <a:srgbClr val="004543"/>
                </a:solidFill>
              </a:rPr>
              <a:t>شكـــــرًا لكمـــــ</a:t>
            </a:r>
            <a:endParaRPr lang="en-SA" dirty="0">
              <a:solidFill>
                <a:srgbClr val="00454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6A19F8-F5B3-CF25-7ADD-8A04C86A52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lum bright="-40000" contrast="20000"/>
          </a:blip>
          <a:stretch>
            <a:fillRect/>
          </a:stretch>
        </p:blipFill>
        <p:spPr>
          <a:xfrm>
            <a:off x="6097569" y="5867610"/>
            <a:ext cx="2084265" cy="4012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3899BBD-B163-D121-0931-7F894A6A1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39524" y="8390553"/>
            <a:ext cx="3721262" cy="113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01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77FE-1F60-CAAD-C235-D744A79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5">
            <a:extLst>
              <a:ext uri="{FF2B5EF4-FFF2-40B4-BE49-F238E27FC236}">
                <a16:creationId xmlns:a16="http://schemas.microsoft.com/office/drawing/2014/main" id="{9B22F60B-64F0-784E-5C3A-88436046C2E1}"/>
              </a:ext>
            </a:extLst>
          </p:cNvPr>
          <p:cNvGrpSpPr/>
          <p:nvPr/>
        </p:nvGrpSpPr>
        <p:grpSpPr>
          <a:xfrm>
            <a:off x="17137438" y="768731"/>
            <a:ext cx="458970" cy="321364"/>
            <a:chOff x="1104276" y="880458"/>
            <a:chExt cx="217490" cy="167511"/>
          </a:xfrm>
          <a:solidFill>
            <a:srgbClr val="A95427">
              <a:alpha val="16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761AEC-53F5-115D-F425-E27D5C5935CB}"/>
                </a:ext>
              </a:extLst>
            </p:cNvPr>
            <p:cNvSpPr/>
            <p:nvPr/>
          </p:nvSpPr>
          <p:spPr>
            <a:xfrm rot="16200000">
              <a:off x="1139729" y="865933"/>
              <a:ext cx="167511" cy="196562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33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2995" y="131853"/>
                    <a:pt x="0" y="130810"/>
                  </a:cubicBezTo>
                  <a:cubicBezTo>
                    <a:pt x="12158" y="118575"/>
                    <a:pt x="24551" y="105471"/>
                    <a:pt x="36533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55A17C-D6CA-C28E-91B6-6E1233C42E6E}"/>
                </a:ext>
              </a:extLst>
            </p:cNvPr>
            <p:cNvSpPr/>
            <p:nvPr/>
          </p:nvSpPr>
          <p:spPr>
            <a:xfrm rot="16200000">
              <a:off x="1116280" y="882990"/>
              <a:ext cx="138439" cy="162448"/>
            </a:xfrm>
            <a:custGeom>
              <a:avLst/>
              <a:gdLst>
                <a:gd name="csX0" fmla="*/ 36533 w 167511"/>
                <a:gd name="csY0" fmla="*/ 90743 h 196562"/>
                <a:gd name="csX1" fmla="*/ 83756 w 167511"/>
                <a:gd name="csY1" fmla="*/ 0 h 196562"/>
                <a:gd name="csX2" fmla="*/ 130979 w 167511"/>
                <a:gd name="csY2" fmla="*/ 90743 h 196562"/>
                <a:gd name="csX3" fmla="*/ 167512 w 167511"/>
                <a:gd name="csY3" fmla="*/ 130810 h 196562"/>
                <a:gd name="csX4" fmla="*/ 158467 w 167511"/>
                <a:gd name="csY4" fmla="*/ 134231 h 196562"/>
                <a:gd name="csX5" fmla="*/ 83756 w 167511"/>
                <a:gd name="csY5" fmla="*/ 196562 h 196562"/>
                <a:gd name="csX6" fmla="*/ 9045 w 167511"/>
                <a:gd name="csY6" fmla="*/ 134231 h 196562"/>
                <a:gd name="csX7" fmla="*/ 0 w 167511"/>
                <a:gd name="csY7" fmla="*/ 130810 h 196562"/>
                <a:gd name="csX8" fmla="*/ 36592 w 167511"/>
                <a:gd name="csY8" fmla="*/ 90743 h 196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511" h="196562">
                  <a:moveTo>
                    <a:pt x="36533" y="90743"/>
                  </a:moveTo>
                  <a:cubicBezTo>
                    <a:pt x="62846" y="58505"/>
                    <a:pt x="78294" y="28354"/>
                    <a:pt x="83756" y="0"/>
                  </a:cubicBezTo>
                  <a:cubicBezTo>
                    <a:pt x="89218" y="28354"/>
                    <a:pt x="104666" y="58447"/>
                    <a:pt x="130979" y="90743"/>
                  </a:cubicBezTo>
                  <a:cubicBezTo>
                    <a:pt x="142961" y="105471"/>
                    <a:pt x="155354" y="118575"/>
                    <a:pt x="167512" y="130810"/>
                  </a:cubicBezTo>
                  <a:cubicBezTo>
                    <a:pt x="164458" y="131853"/>
                    <a:pt x="161462" y="133013"/>
                    <a:pt x="158467" y="134231"/>
                  </a:cubicBezTo>
                  <a:cubicBezTo>
                    <a:pt x="130450" y="145943"/>
                    <a:pt x="105488" y="166585"/>
                    <a:pt x="83756" y="196562"/>
                  </a:cubicBezTo>
                  <a:cubicBezTo>
                    <a:pt x="62024" y="166585"/>
                    <a:pt x="37062" y="145943"/>
                    <a:pt x="9045" y="134231"/>
                  </a:cubicBezTo>
                  <a:cubicBezTo>
                    <a:pt x="6050" y="132955"/>
                    <a:pt x="3054" y="131853"/>
                    <a:pt x="0" y="130810"/>
                  </a:cubicBezTo>
                  <a:cubicBezTo>
                    <a:pt x="12158" y="118575"/>
                    <a:pt x="24551" y="105471"/>
                    <a:pt x="36592" y="90743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r" defTabSz="1371669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A" sz="2700" b="0" i="0" u="none" strike="noStrike" kern="1200" cap="none" spc="0" normalizeH="0" baseline="0" noProof="0">
                <a:ln>
                  <a:noFill/>
                </a:ln>
                <a:solidFill>
                  <a:srgbClr val="163E35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endParaRPr>
            </a:p>
          </p:txBody>
        </p:sp>
      </p:grpSp>
      <p:sp>
        <p:nvSpPr>
          <p:cNvPr id="12" name="عنوان 1">
            <a:extLst>
              <a:ext uri="{FF2B5EF4-FFF2-40B4-BE49-F238E27FC236}">
                <a16:creationId xmlns:a16="http://schemas.microsoft.com/office/drawing/2014/main" id="{06872828-6DE3-581A-89C4-CF5C17F180FB}"/>
              </a:ext>
            </a:extLst>
          </p:cNvPr>
          <p:cNvSpPr txBox="1">
            <a:spLocks/>
          </p:cNvSpPr>
          <p:nvPr/>
        </p:nvSpPr>
        <p:spPr>
          <a:xfrm>
            <a:off x="2445100" y="281713"/>
            <a:ext cx="147574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11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1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4400" b="1" i="0" u="none" strike="noStrike" kern="1200" cap="none" spc="0" normalizeH="0" baseline="0" noProof="0" dirty="0">
                <a:ln>
                  <a:noFill/>
                </a:ln>
                <a:solidFill>
                  <a:srgbClr val="D7A562"/>
                </a:solidFill>
                <a:effectLst/>
                <a:uLnTx/>
                <a:uFillTx/>
                <a:latin typeface="Abar Mid" panose="020B0604020202020204" charset="-78"/>
                <a:ea typeface="Abar Mid" panose="020B0604020202020204" charset="-78"/>
                <a:cs typeface="Abar Mid" panose="020B0604020202020204" charset="-78"/>
              </a:rPr>
              <a:t>{{T}}</a:t>
            </a:r>
            <a:endParaRPr kumimoji="0" lang="ar-SA" sz="4200" b="1" i="0" u="none" strike="noStrike" kern="1200" cap="none" spc="0" normalizeH="0" baseline="0" noProof="0" dirty="0">
              <a:ln>
                <a:noFill/>
              </a:ln>
              <a:solidFill>
                <a:srgbClr val="FAF6F3">
                  <a:lumMod val="25000"/>
                </a:srgbClr>
              </a:solidFill>
              <a:effectLst/>
              <a:uLnTx/>
              <a:uFillTx/>
              <a:latin typeface="Abar Mid" panose="020B0604020202020204" charset="-78"/>
              <a:ea typeface="Abar Mid" panose="020B0604020202020204" charset="-78"/>
              <a:cs typeface="Abar Mid" panose="020B0604020202020204" charset="-78"/>
            </a:endParaRPr>
          </a:p>
        </p:txBody>
      </p:sp>
      <p:sp>
        <p:nvSpPr>
          <p:cNvPr id="990" name="BODY"/>
          <p:cNvSpPr/>
          <p:nvPr/>
        </p:nvSpPr>
        <p:spPr>
          <a:xfrm>
            <a:off x="0" y="0"/>
            <a:ext cx="1" cy="1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120479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وزارة الحج والعمرة ">
      <a:dk1>
        <a:srgbClr val="163E35"/>
      </a:dk1>
      <a:lt1>
        <a:srgbClr val="FFFFFF"/>
      </a:lt1>
      <a:dk2>
        <a:srgbClr val="D6A561"/>
      </a:dk2>
      <a:lt2>
        <a:srgbClr val="FAF6F3"/>
      </a:lt2>
      <a:accent1>
        <a:srgbClr val="BC8C3D"/>
      </a:accent1>
      <a:accent2>
        <a:srgbClr val="1C3674"/>
      </a:accent2>
      <a:accent3>
        <a:srgbClr val="86432B"/>
      </a:accent3>
      <a:accent4>
        <a:srgbClr val="D6A561"/>
      </a:accent4>
      <a:accent5>
        <a:srgbClr val="2B120A"/>
      </a:accent5>
      <a:accent6>
        <a:srgbClr val="047F61"/>
      </a:accent6>
      <a:hlink>
        <a:srgbClr val="174765"/>
      </a:hlink>
      <a:folHlink>
        <a:srgbClr val="6FA4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وزارة الحج والعمرة ">
      <a:dk1>
        <a:srgbClr val="163E35"/>
      </a:dk1>
      <a:lt1>
        <a:srgbClr val="FFFFFF"/>
      </a:lt1>
      <a:dk2>
        <a:srgbClr val="D6A561"/>
      </a:dk2>
      <a:lt2>
        <a:srgbClr val="FAF6F3"/>
      </a:lt2>
      <a:accent1>
        <a:srgbClr val="BC8C3D"/>
      </a:accent1>
      <a:accent2>
        <a:srgbClr val="1C3674"/>
      </a:accent2>
      <a:accent3>
        <a:srgbClr val="86432B"/>
      </a:accent3>
      <a:accent4>
        <a:srgbClr val="D6A561"/>
      </a:accent4>
      <a:accent5>
        <a:srgbClr val="2B120A"/>
      </a:accent5>
      <a:accent6>
        <a:srgbClr val="047F61"/>
      </a:accent6>
      <a:hlink>
        <a:srgbClr val="174765"/>
      </a:hlink>
      <a:folHlink>
        <a:srgbClr val="6FA4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D0AB986D703048BBE14CF5ABDF778C" ma:contentTypeVersion="10" ma:contentTypeDescription="Create a new document." ma:contentTypeScope="" ma:versionID="49162b2917fd5ed8180b51ef474d4f36">
  <xsd:schema xmlns:xsd="http://www.w3.org/2001/XMLSchema" xmlns:xs="http://www.w3.org/2001/XMLSchema" xmlns:p="http://schemas.microsoft.com/office/2006/metadata/properties" xmlns:ns2="3c02c9a0-6963-4877-b5c6-4c5fa4fcb4dc" xmlns:ns3="0583953a-4bc5-46ca-8409-f856c6ba166e" targetNamespace="http://schemas.microsoft.com/office/2006/metadata/properties" ma:root="true" ma:fieldsID="47061af788c492f6590d3dcbe5c87aeb" ns2:_="" ns3:_="">
    <xsd:import namespace="3c02c9a0-6963-4877-b5c6-4c5fa4fcb4dc"/>
    <xsd:import namespace="0583953a-4bc5-46ca-8409-f856c6ba16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02c9a0-6963-4877-b5c6-4c5fa4fcb4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15cc7d9-54bd-481d-a51c-d3ab480024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83953a-4bc5-46ca-8409-f856c6ba166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f61df5a-d480-4c0b-b181-3ba641885dc9}" ma:internalName="TaxCatchAll" ma:showField="CatchAllData" ma:web="0583953a-4bc5-46ca-8409-f856c6ba16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83953a-4bc5-46ca-8409-f856c6ba166e" xsi:nil="true"/>
    <lcf76f155ced4ddcb4097134ff3c332f xmlns="3c02c9a0-6963-4877-b5c6-4c5fa4fcb4dc">
      <Terms xmlns="http://schemas.microsoft.com/office/infopath/2007/PartnerControls"/>
    </lcf76f155ced4ddcb4097134ff3c332f>
  </documentManagement>
</p:properties>
</file>

<file path=customXml/item3.xml><?xml version="1.0" encoding="utf-8"?>
<GTBClassification>
  <attrValue xml:space="preserve">Restricted</attrValue>
  <customPropName>Classification</customPropName>
  <timestamp>10/26/2025 5:21:53 PM</timestamp>
  <userName>HUICCORP\E10005581</userName>
  <computerName>BUS-5581.HUICCORP.COM.SA</computerName>
  <guid>{9d0421d4-8b0c-4c82-945a-acd98ee91096}</guid>
  <hdr>
    <align>center</align>
    <r>
      <fontName>arial</fontName>
      <fontColor>000000</fontColor>
      <fontSize>10</fontSize>
      <b/>
      <text xml:space="preserve">Classification:</text>
    </r>
    <r>
      <fontName>arial</fontName>
      <fontColor>000000</fontColor>
      <fontSize>10</fontSize>
      <text xml:space="preserve"/>
    </r>
    <r>
      <fontName>arial</fontName>
      <fontColor>FF0000</fontColor>
      <fontSize>10</fontSize>
      <b/>
      <text xml:space="preserve">Restricted</text>
    </r>
  </hdr>
</GTBClassific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F984BF-346B-411D-A2AD-9A8A752FB9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02c9a0-6963-4877-b5c6-4c5fa4fcb4dc"/>
    <ds:schemaRef ds:uri="0583953a-4bc5-46ca-8409-f856c6ba16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D7C825-7ED4-421D-B59A-488779967D41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3c02c9a0-6963-4877-b5c6-4c5fa4fcb4dc"/>
    <ds:schemaRef ds:uri="0583953a-4bc5-46ca-8409-f856c6ba166e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EE3C60D-1AF5-4535-950A-F7260036D3D4}">
  <ds:schemaRefs/>
</ds:datastoreItem>
</file>

<file path=customXml/itemProps4.xml><?xml version="1.0" encoding="utf-8"?>
<ds:datastoreItem xmlns:ds="http://schemas.openxmlformats.org/officeDocument/2006/customXml" ds:itemID="{03423877-6C33-453E-928D-816263107D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30914</TotalTime>
  <Words>5480</Words>
  <Application>Microsoft Office PowerPoint</Application>
  <PresentationFormat>Custom</PresentationFormat>
  <Paragraphs>1402</Paragraphs>
  <Slides>63</Slides>
  <Notes>27</Notes>
  <HiddenSlides>2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88" baseType="lpstr">
      <vt:lpstr>Cairo</vt:lpstr>
      <vt:lpstr>29LT Zarid Sans Md</vt:lpstr>
      <vt:lpstr>Alexandria Black</vt:lpstr>
      <vt:lpstr>Calibri</vt:lpstr>
      <vt:lpstr>Abar Mid Light</vt:lpstr>
      <vt:lpstr>Abadi</vt:lpstr>
      <vt:lpstr>Wingdings</vt:lpstr>
      <vt:lpstr>Abar Mid</vt:lpstr>
      <vt:lpstr>Open Sans Extrabold</vt:lpstr>
      <vt:lpstr>DIN Next LT Arabic</vt:lpstr>
      <vt:lpstr>Arial</vt:lpstr>
      <vt:lpstr>Aptos Display</vt:lpstr>
      <vt:lpstr>Courier New</vt:lpstr>
      <vt:lpstr>Alexandria</vt:lpstr>
      <vt:lpstr>Aptos</vt:lpstr>
      <vt:lpstr>Amiri Bold</vt:lpstr>
      <vt:lpstr>Cairo Bold</vt:lpstr>
      <vt:lpstr>Webdings</vt:lpstr>
      <vt:lpstr>Abar Mid SemiBold</vt:lpstr>
      <vt:lpstr>29LT Zarid Text Bold</vt:lpstr>
      <vt:lpstr>Calibri (MS) Bold</vt:lpstr>
      <vt:lpstr>Sakkal Majalla</vt:lpstr>
      <vt:lpstr>Office Theme</vt:lpstr>
      <vt:lpstr>1_Office Theme</vt:lpstr>
      <vt:lpstr>2_Office Theme</vt:lpstr>
      <vt:lpstr>التقدم في الأعمال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الملخص التنفيذي للطباعة والتوزيع</vt:lpstr>
      <vt:lpstr>تحديث مخرجات المسار الاستشاري</vt:lpstr>
      <vt:lpstr>PowerPoint Presentation</vt:lpstr>
      <vt:lpstr>الملخص التنفيذي</vt:lpstr>
      <vt:lpstr>مقدمة</vt:lpstr>
      <vt:lpstr>الوضع الراهن</vt:lpstr>
      <vt:lpstr>الممارسات الحالية في تكوين مجموعات التأشيرة</vt:lpstr>
      <vt:lpstr>وثيقة الاستعداد المسبق</vt:lpstr>
      <vt:lpstr>الهيكلة المقترحة لتحسين البيانات </vt:lpstr>
      <vt:lpstr>الأثر المتوقع للهيكلة المقترحة</vt:lpstr>
      <vt:lpstr>التوصيات</vt:lpstr>
      <vt:lpstr>ملخص تنفيذي</vt:lpstr>
      <vt:lpstr>مصفوفة تغطية الأثر المالي في حال عدم وصول الحجاج</vt:lpstr>
      <vt:lpstr>المســـــار | الاستشاري</vt:lpstr>
      <vt:lpstr>PowerPoint Presentation</vt:lpstr>
      <vt:lpstr>جدول توريدات المواد الخام والطباعة المتوقعة للمتبقي من شهر شوال</vt:lpstr>
      <vt:lpstr>مقارنة بين خطة الطباعة المتوقعة والطباعة الفعلية لبطاقات نسك موسم حج 1447هـ</vt:lpstr>
      <vt:lpstr>المســـــار | الطباعة</vt:lpstr>
      <vt:lpstr>PowerPoint Presentation</vt:lpstr>
      <vt:lpstr>تحديات الشركات في التوزيع ببلد الحاج</vt:lpstr>
      <vt:lpstr>تحديات الشركات في التوزيع ببلد الحاج</vt:lpstr>
      <vt:lpstr>التقرير التنفيذي لمؤشرات تكوين الدفعات</vt:lpstr>
      <vt:lpstr>التقرير التحليلي للدفعات:</vt:lpstr>
      <vt:lpstr>جدولة الطباعة اليومية بين الشركات والمصنع:</vt:lpstr>
      <vt:lpstr>PowerPoint Presentation</vt:lpstr>
      <vt:lpstr>المســـــار | التوزيع</vt:lpstr>
      <vt:lpstr>مباشرة موظفين مقر المدينة </vt:lpstr>
      <vt:lpstr>PowerPoint Presentation</vt:lpstr>
      <vt:lpstr>PowerPoint Presentation</vt:lpstr>
      <vt:lpstr>الملخص التنفيذي</vt:lpstr>
      <vt:lpstr>المســـــار | تمكين المستخدم</vt:lpstr>
      <vt:lpstr>PowerPoint Presentation</vt:lpstr>
      <vt:lpstr>PowerPoint Presentation</vt:lpstr>
      <vt:lpstr>PowerPoint Presentation</vt:lpstr>
      <vt:lpstr>PowerPoint Presentation</vt:lpstr>
      <vt:lpstr>شكـــــرًا لكمـــــ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v.3 الاجراءات و المسؤوليات</dc:title>
  <dc:creator>Nouf S. Mohammed Alharthi</dc:creator>
  <cp:keywords>ClassificationData:&lt;Classification:Restricted&gt;</cp:keywords>
  <cp:lastModifiedBy>Mohamed Safwat</cp:lastModifiedBy>
  <cp:revision>460</cp:revision>
  <dcterms:created xsi:type="dcterms:W3CDTF">2006-08-16T00:00:00Z</dcterms:created>
  <dcterms:modified xsi:type="dcterms:W3CDTF">2026-04-21T22:24:50Z</dcterms:modified>
  <dc:identifier>DAGaA6KdbBw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cf82841-c475-4e1f-aea0-cda6962d36f6_Enabled">
    <vt:lpwstr>true</vt:lpwstr>
  </property>
  <property fmtid="{D5CDD505-2E9C-101B-9397-08002B2CF9AE}" pid="3" name="MSIP_Label_dcf82841-c475-4e1f-aea0-cda6962d36f6_SetDate">
    <vt:lpwstr>2025-02-16T06:20:34Z</vt:lpwstr>
  </property>
  <property fmtid="{D5CDD505-2E9C-101B-9397-08002B2CF9AE}" pid="4" name="MSIP_Label_dcf82841-c475-4e1f-aea0-cda6962d36f6_Method">
    <vt:lpwstr>Privileged</vt:lpwstr>
  </property>
  <property fmtid="{D5CDD505-2E9C-101B-9397-08002B2CF9AE}" pid="5" name="MSIP_Label_dcf82841-c475-4e1f-aea0-cda6962d36f6_Name">
    <vt:lpwstr>public - Anyone</vt:lpwstr>
  </property>
  <property fmtid="{D5CDD505-2E9C-101B-9397-08002B2CF9AE}" pid="6" name="MSIP_Label_dcf82841-c475-4e1f-aea0-cda6962d36f6_SiteId">
    <vt:lpwstr>35335e13-e1f8-4cdd-bc7b-8522195eefdb</vt:lpwstr>
  </property>
  <property fmtid="{D5CDD505-2E9C-101B-9397-08002B2CF9AE}" pid="7" name="MSIP_Label_dcf82841-c475-4e1f-aea0-cda6962d36f6_ActionId">
    <vt:lpwstr>9a734914-6640-4762-8ad3-bc79669a94f9</vt:lpwstr>
  </property>
  <property fmtid="{D5CDD505-2E9C-101B-9397-08002B2CF9AE}" pid="8" name="MSIP_Label_dcf82841-c475-4e1f-aea0-cda6962d36f6_ContentBits">
    <vt:lpwstr>0</vt:lpwstr>
  </property>
  <property fmtid="{D5CDD505-2E9C-101B-9397-08002B2CF9AE}" pid="9" name="Classification">
    <vt:lpwstr>Restricted</vt:lpwstr>
  </property>
  <property fmtid="{D5CDD505-2E9C-101B-9397-08002B2CF9AE}" pid="10" name="ClassifiedBy">
    <vt:lpwstr>HUICCORP\E10005581</vt:lpwstr>
  </property>
  <property fmtid="{D5CDD505-2E9C-101B-9397-08002B2CF9AE}" pid="11" name="ClassificationHost">
    <vt:lpwstr>BUS-5581.HUICCORP.COM.SA</vt:lpwstr>
  </property>
  <property fmtid="{D5CDD505-2E9C-101B-9397-08002B2CF9AE}" pid="12" name="ClassificationDate">
    <vt:lpwstr>10/26/2025 5:21:53 PM</vt:lpwstr>
  </property>
  <property fmtid="{D5CDD505-2E9C-101B-9397-08002B2CF9AE}" pid="13" name="ClassificationGUID">
    <vt:lpwstr>{9d0421d4-8b0c-4c82-945a-acd98ee91096}</vt:lpwstr>
  </property>
  <property fmtid="{D5CDD505-2E9C-101B-9397-08002B2CF9AE}" pid="14" name="ContentTypeId">
    <vt:lpwstr>0x010100CBD0AB986D703048BBE14CF5ABDF778C</vt:lpwstr>
  </property>
  <property fmtid="{D5CDD505-2E9C-101B-9397-08002B2CF9AE}" pid="15" name="MediaServiceImageTags">
    <vt:lpwstr/>
  </property>
</Properties>
</file>